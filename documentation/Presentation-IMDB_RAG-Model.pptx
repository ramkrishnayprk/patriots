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851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78" r:id="rId10"/>
    <p:sldId id="272" r:id="rId11"/>
    <p:sldId id="266" r:id="rId12"/>
    <p:sldId id="268" r:id="rId13"/>
    <p:sldId id="265" r:id="rId14"/>
    <p:sldId id="269" r:id="rId15"/>
    <p:sldId id="277" r:id="rId16"/>
    <p:sldId id="279" r:id="rId17"/>
    <p:sldId id="274" r:id="rId18"/>
    <p:sldId id="280" r:id="rId19"/>
    <p:sldId id="273" r:id="rId20"/>
    <p:sldId id="271" r:id="rId21"/>
    <p:sldId id="276" r:id="rId22"/>
    <p:sldId id="270" r:id="rId23"/>
    <p:sldId id="275" r:id="rId2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9E3F5505-8ECE-437C-A44B-78EEAB5B6E8B}" v="102" dt="2026-07-26T14:18:49.158"/>
  </p1510:revLst>
</p1510:revInfo>
</file>

<file path=ppt/tableStyles.xml><?xml version="1.0" encoding="utf-8"?>
<a:tblStyleLst xmlns:a="http://schemas.openxmlformats.org/drawingml/2006/main" def="{5C22544A-7EE6-4342-B048-85BDC9FD1C3A}">
  <a:tblStyle styleId="{69C7853C-536D-4A76-A0AE-DD22124D55A5}" styleName="Themed Style 1 - Accent 3">
    <a:tblBg>
      <a:fillRef idx="2">
        <a:schemeClr val="accent3"/>
      </a:fillRef>
      <a:effectRef idx="1">
        <a:schemeClr val="accent3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Ref idx="1">
              <a:schemeClr val="accent3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  <a:fill>
          <a:solidFill>
            <a:schemeClr val="accent3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3"/>
            </a:lnRef>
          </a:left>
          <a:right>
            <a:lnRef idx="2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2">
              <a:schemeClr val="accent3"/>
            </a:lnRef>
          </a:top>
          <a:bottom>
            <a:lnRef idx="2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firstRow>
  </a:tblStyle>
  <a:tblStyle styleId="{8EC20E35-A176-4012-BC5E-935CFFF8708E}" styleName="Medium Style 3">
    <a:wholeTbl>
      <a:tcTxStyle>
        <a:fontRef idx="minor"/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0" d="100"/>
          <a:sy n="70" d="100"/>
        </p:scale>
        <p:origin x="512" y="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heme" Target="theme/theme1.xml"/><Relationship Id="rId30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wati Mishra" userId="4ecbbe41-a93b-48f9-aa26-d01cbfd2c273" providerId="ADAL" clId="{66DB6158-1A18-4199-BA6D-06674FF3C921}"/>
    <pc:docChg chg="undo custSel addSld delSld modSld sldOrd addMainMaster delMainMaster modMainMaster">
      <pc:chgData name="Swati Mishra" userId="4ecbbe41-a93b-48f9-aa26-d01cbfd2c273" providerId="ADAL" clId="{66DB6158-1A18-4199-BA6D-06674FF3C921}" dt="2026-07-26T15:45:08.933" v="2481" actId="20577"/>
      <pc:docMkLst>
        <pc:docMk/>
      </pc:docMkLst>
      <pc:sldChg chg="addSp delSp modSp new mod setBg modClrScheme addAnim setClrOvrMap delDesignElem chgLayout">
        <pc:chgData name="Swati Mishra" userId="4ecbbe41-a93b-48f9-aa26-d01cbfd2c273" providerId="ADAL" clId="{66DB6158-1A18-4199-BA6D-06674FF3C921}" dt="2026-07-25T22:00:31.667" v="2007" actId="255"/>
        <pc:sldMkLst>
          <pc:docMk/>
          <pc:sldMk cId="320307724" sldId="256"/>
        </pc:sldMkLst>
        <pc:spChg chg="mod">
          <ac:chgData name="Swati Mishra" userId="4ecbbe41-a93b-48f9-aa26-d01cbfd2c273" providerId="ADAL" clId="{66DB6158-1A18-4199-BA6D-06674FF3C921}" dt="2026-07-25T22:00:23.537" v="2006" actId="14100"/>
          <ac:spMkLst>
            <pc:docMk/>
            <pc:sldMk cId="320307724" sldId="256"/>
            <ac:spMk id="2" creationId="{E6FD7A1F-8870-42DC-2545-13ADA76A1A6C}"/>
          </ac:spMkLst>
        </pc:spChg>
        <pc:spChg chg="add del mod">
          <ac:chgData name="Swati Mishra" userId="4ecbbe41-a93b-48f9-aa26-d01cbfd2c273" providerId="ADAL" clId="{66DB6158-1A18-4199-BA6D-06674FF3C921}" dt="2026-07-25T22:00:31.667" v="2007" actId="255"/>
          <ac:spMkLst>
            <pc:docMk/>
            <pc:sldMk cId="320307724" sldId="256"/>
            <ac:spMk id="3" creationId="{2A7B5D1E-6483-6F2B-7F42-6A7FBC0DC1BF}"/>
          </ac:spMkLst>
        </pc:spChg>
        <pc:spChg chg="add del">
          <ac:chgData name="Swati Mishra" userId="4ecbbe41-a93b-48f9-aa26-d01cbfd2c273" providerId="ADAL" clId="{66DB6158-1A18-4199-BA6D-06674FF3C921}" dt="2026-07-25T18:31:34.790" v="124" actId="26606"/>
          <ac:spMkLst>
            <pc:docMk/>
            <pc:sldMk cId="320307724" sldId="256"/>
            <ac:spMk id="5" creationId="{C17278C5-34E8-4293-BE47-73B18483AF7B}"/>
          </ac:spMkLst>
        </pc:spChg>
        <pc:spChg chg="add del">
          <ac:chgData name="Swati Mishra" userId="4ecbbe41-a93b-48f9-aa26-d01cbfd2c273" providerId="ADAL" clId="{66DB6158-1A18-4199-BA6D-06674FF3C921}" dt="2026-07-25T18:31:31.198" v="123" actId="26606"/>
          <ac:spMkLst>
            <pc:docMk/>
            <pc:sldMk cId="320307724" sldId="256"/>
            <ac:spMk id="6" creationId="{9A3F5928-D955-456A-97B5-AA390B8CE9D5}"/>
          </ac:spMkLst>
        </pc:spChg>
        <pc:spChg chg="add del">
          <ac:chgData name="Swati Mishra" userId="4ecbbe41-a93b-48f9-aa26-d01cbfd2c273" providerId="ADAL" clId="{66DB6158-1A18-4199-BA6D-06674FF3C921}" dt="2026-07-25T18:21:11.447" v="3" actId="26606"/>
          <ac:spMkLst>
            <pc:docMk/>
            <pc:sldMk cId="320307724" sldId="256"/>
            <ac:spMk id="9" creationId="{06E15305-164C-44CD-9E0F-420C2DC1B32A}"/>
          </ac:spMkLst>
        </pc:spChg>
        <pc:spChg chg="add del">
          <ac:chgData name="Swati Mishra" userId="4ecbbe41-a93b-48f9-aa26-d01cbfd2c273" providerId="ADAL" clId="{66DB6158-1A18-4199-BA6D-06674FF3C921}" dt="2026-07-25T18:31:34.790" v="124" actId="26606"/>
          <ac:spMkLst>
            <pc:docMk/>
            <pc:sldMk cId="320307724" sldId="256"/>
            <ac:spMk id="10" creationId="{C5CB530E-515E-412C-9DF1-5F8FFBD6F383}"/>
          </ac:spMkLst>
        </pc:spChg>
        <pc:spChg chg="add del">
          <ac:chgData name="Swati Mishra" userId="4ecbbe41-a93b-48f9-aa26-d01cbfd2c273" providerId="ADAL" clId="{66DB6158-1A18-4199-BA6D-06674FF3C921}" dt="2026-07-25T18:21:11.447" v="3" actId="26606"/>
          <ac:spMkLst>
            <pc:docMk/>
            <pc:sldMk cId="320307724" sldId="256"/>
            <ac:spMk id="11" creationId="{1D983374-3839-4F06-972D-B4C3CF238079}"/>
          </ac:spMkLst>
        </pc:spChg>
        <pc:spChg chg="add del">
          <ac:chgData name="Swati Mishra" userId="4ecbbe41-a93b-48f9-aa26-d01cbfd2c273" providerId="ADAL" clId="{66DB6158-1A18-4199-BA6D-06674FF3C921}" dt="2026-07-25T18:31:20.097" v="119" actId="26606"/>
          <ac:spMkLst>
            <pc:docMk/>
            <pc:sldMk cId="320307724" sldId="256"/>
            <ac:spMk id="12" creationId="{712D4376-A578-4FF1-94FC-245E7A6A489F}"/>
          </ac:spMkLst>
        </pc:spChg>
        <pc:spChg chg="add del">
          <ac:chgData name="Swati Mishra" userId="4ecbbe41-a93b-48f9-aa26-d01cbfd2c273" providerId="ADAL" clId="{66DB6158-1A18-4199-BA6D-06674FF3C921}" dt="2026-07-25T18:21:11.447" v="3" actId="26606"/>
          <ac:spMkLst>
            <pc:docMk/>
            <pc:sldMk cId="320307724" sldId="256"/>
            <ac:spMk id="13" creationId="{F1D5403D-09EC-41DB-B916-A09C0E5AEC2B}"/>
          </ac:spMkLst>
        </pc:spChg>
        <pc:spChg chg="add del">
          <ac:chgData name="Swati Mishra" userId="4ecbbe41-a93b-48f9-aa26-d01cbfd2c273" providerId="ADAL" clId="{66DB6158-1A18-4199-BA6D-06674FF3C921}" dt="2026-07-25T18:31:34.790" v="124" actId="26606"/>
          <ac:spMkLst>
            <pc:docMk/>
            <pc:sldMk cId="320307724" sldId="256"/>
            <ac:spMk id="14" creationId="{AEA7509D-F04F-40CB-A0B3-EEF16499CC9F}"/>
          </ac:spMkLst>
        </pc:spChg>
        <pc:spChg chg="add del">
          <ac:chgData name="Swati Mishra" userId="4ecbbe41-a93b-48f9-aa26-d01cbfd2c273" providerId="ADAL" clId="{66DB6158-1A18-4199-BA6D-06674FF3C921}" dt="2026-07-25T18:24:50.294" v="16" actId="26606"/>
          <ac:spMkLst>
            <pc:docMk/>
            <pc:sldMk cId="320307724" sldId="256"/>
            <ac:spMk id="15" creationId="{FDFF93C5-0576-D227-80A7-4CFBA8791AE4}"/>
          </ac:spMkLst>
        </pc:spChg>
        <pc:spChg chg="add del">
          <ac:chgData name="Swati Mishra" userId="4ecbbe41-a93b-48f9-aa26-d01cbfd2c273" providerId="ADAL" clId="{66DB6158-1A18-4199-BA6D-06674FF3C921}" dt="2026-07-25T18:24:50.294" v="16" actId="26606"/>
          <ac:spMkLst>
            <pc:docMk/>
            <pc:sldMk cId="320307724" sldId="256"/>
            <ac:spMk id="16" creationId="{33E93247-6229-44AB-A550-739E971E690B}"/>
          </ac:spMkLst>
        </pc:spChg>
        <pc:spChg chg="add del">
          <ac:chgData name="Swati Mishra" userId="4ecbbe41-a93b-48f9-aa26-d01cbfd2c273" providerId="ADAL" clId="{66DB6158-1A18-4199-BA6D-06674FF3C921}" dt="2026-07-25T18:24:50.294" v="16" actId="26606"/>
          <ac:spMkLst>
            <pc:docMk/>
            <pc:sldMk cId="320307724" sldId="256"/>
            <ac:spMk id="18" creationId="{AAB476BF-4EE2-5243-CABB-6CC72C39BF52}"/>
          </ac:spMkLst>
        </pc:spChg>
        <pc:spChg chg="add del">
          <ac:chgData name="Swati Mishra" userId="4ecbbe41-a93b-48f9-aa26-d01cbfd2c273" providerId="ADAL" clId="{66DB6158-1A18-4199-BA6D-06674FF3C921}" dt="2026-07-25T18:24:50.294" v="16" actId="26606"/>
          <ac:spMkLst>
            <pc:docMk/>
            <pc:sldMk cId="320307724" sldId="256"/>
            <ac:spMk id="19" creationId="{20D28EA4-6F96-F7C6-1D07-5BA5C27387EC}"/>
          </ac:spMkLst>
        </pc:spChg>
        <pc:spChg chg="add del">
          <ac:chgData name="Swati Mishra" userId="4ecbbe41-a93b-48f9-aa26-d01cbfd2c273" providerId="ADAL" clId="{66DB6158-1A18-4199-BA6D-06674FF3C921}" dt="2026-07-25T18:31:10.969" v="113" actId="26606"/>
          <ac:spMkLst>
            <pc:docMk/>
            <pc:sldMk cId="320307724" sldId="256"/>
            <ac:spMk id="20" creationId="{D983080A-6551-4451-BD82-99B048897B29}"/>
          </ac:spMkLst>
        </pc:spChg>
        <pc:spChg chg="add del">
          <ac:chgData name="Swati Mishra" userId="4ecbbe41-a93b-48f9-aa26-d01cbfd2c273" providerId="ADAL" clId="{66DB6158-1A18-4199-BA6D-06674FF3C921}" dt="2026-07-25T18:37:33.385" v="194"/>
          <ac:spMkLst>
            <pc:docMk/>
            <pc:sldMk cId="320307724" sldId="256"/>
            <ac:spMk id="22" creationId="{6E37B132-9C54-4236-8910-3340177AD9DB}"/>
          </ac:spMkLst>
        </pc:spChg>
        <pc:spChg chg="add del">
          <ac:chgData name="Swati Mishra" userId="4ecbbe41-a93b-48f9-aa26-d01cbfd2c273" providerId="ADAL" clId="{66DB6158-1A18-4199-BA6D-06674FF3C921}" dt="2026-07-25T18:31:12.924" v="115" actId="26606"/>
          <ac:spMkLst>
            <pc:docMk/>
            <pc:sldMk cId="320307724" sldId="256"/>
            <ac:spMk id="23" creationId="{F82D9B81-57D7-4F0C-AB92-6E390E4E1DD3}"/>
          </ac:spMkLst>
        </pc:spChg>
        <pc:spChg chg="add del">
          <ac:chgData name="Swati Mishra" userId="4ecbbe41-a93b-48f9-aa26-d01cbfd2c273" providerId="ADAL" clId="{66DB6158-1A18-4199-BA6D-06674FF3C921}" dt="2026-07-25T18:31:12.924" v="115" actId="26606"/>
          <ac:spMkLst>
            <pc:docMk/>
            <pc:sldMk cId="320307724" sldId="256"/>
            <ac:spMk id="24" creationId="{68CA250C-CF5A-4736-9249-D6111F7C5545}"/>
          </ac:spMkLst>
        </pc:spChg>
        <pc:spChg chg="add del">
          <ac:chgData name="Swati Mishra" userId="4ecbbe41-a93b-48f9-aa26-d01cbfd2c273" providerId="ADAL" clId="{66DB6158-1A18-4199-BA6D-06674FF3C921}" dt="2026-07-25T18:31:12.924" v="115" actId="26606"/>
          <ac:spMkLst>
            <pc:docMk/>
            <pc:sldMk cId="320307724" sldId="256"/>
            <ac:spMk id="26" creationId="{56610276-AEC4-4F9F-8F19-EBC8B8B8F499}"/>
          </ac:spMkLst>
        </pc:spChg>
        <pc:spChg chg="add del">
          <ac:chgData name="Swati Mishra" userId="4ecbbe41-a93b-48f9-aa26-d01cbfd2c273" providerId="ADAL" clId="{66DB6158-1A18-4199-BA6D-06674FF3C921}" dt="2026-07-25T18:37:33.385" v="194"/>
          <ac:spMkLst>
            <pc:docMk/>
            <pc:sldMk cId="320307724" sldId="256"/>
            <ac:spMk id="30" creationId="{D472C551-D440-40DF-9260-BDB9AC40960A}"/>
          </ac:spMkLst>
        </pc:spChg>
        <pc:spChg chg="add del">
          <ac:chgData name="Swati Mishra" userId="4ecbbe41-a93b-48f9-aa26-d01cbfd2c273" providerId="ADAL" clId="{66DB6158-1A18-4199-BA6D-06674FF3C921}" dt="2026-07-25T18:31:14.022" v="117" actId="26606"/>
          <ac:spMkLst>
            <pc:docMk/>
            <pc:sldMk cId="320307724" sldId="256"/>
            <ac:spMk id="32" creationId="{54F3A7E8-6DA9-4C2B-ACC8-475F34DAEA1B}"/>
          </ac:spMkLst>
        </pc:spChg>
        <pc:spChg chg="add del">
          <ac:chgData name="Swati Mishra" userId="4ecbbe41-a93b-48f9-aa26-d01cbfd2c273" providerId="ADAL" clId="{66DB6158-1A18-4199-BA6D-06674FF3C921}" dt="2026-07-25T18:31:14.022" v="117" actId="26606"/>
          <ac:spMkLst>
            <pc:docMk/>
            <pc:sldMk cId="320307724" sldId="256"/>
            <ac:spMk id="33" creationId="{5B21CDF0-4D24-4190-9285-9016C19C164F}"/>
          </ac:spMkLst>
        </pc:spChg>
        <pc:spChg chg="add del">
          <ac:chgData name="Swati Mishra" userId="4ecbbe41-a93b-48f9-aa26-d01cbfd2c273" providerId="ADAL" clId="{66DB6158-1A18-4199-BA6D-06674FF3C921}" dt="2026-07-25T18:37:33.385" v="194"/>
          <ac:spMkLst>
            <pc:docMk/>
            <pc:sldMk cId="320307724" sldId="256"/>
            <ac:spMk id="35" creationId="{508BEF50-7B1E-49A4-BC19-5F4F1D755E64}"/>
          </ac:spMkLst>
        </pc:spChg>
        <pc:spChg chg="add del">
          <ac:chgData name="Swati Mishra" userId="4ecbbe41-a93b-48f9-aa26-d01cbfd2c273" providerId="ADAL" clId="{66DB6158-1A18-4199-BA6D-06674FF3C921}" dt="2026-07-25T18:37:33.385" v="194"/>
          <ac:spMkLst>
            <pc:docMk/>
            <pc:sldMk cId="320307724" sldId="256"/>
            <ac:spMk id="36" creationId="{3FBAD350-5664-4811-A208-657FB882D350}"/>
          </ac:spMkLst>
        </pc:spChg>
        <pc:spChg chg="add del">
          <ac:chgData name="Swati Mishra" userId="4ecbbe41-a93b-48f9-aa26-d01cbfd2c273" providerId="ADAL" clId="{66DB6158-1A18-4199-BA6D-06674FF3C921}" dt="2026-07-25T18:37:33.385" v="194"/>
          <ac:spMkLst>
            <pc:docMk/>
            <pc:sldMk cId="320307724" sldId="256"/>
            <ac:spMk id="37" creationId="{C39ADB8F-D187-49D7-BDCF-C1B6DC727068}"/>
          </ac:spMkLst>
        </pc:spChg>
        <pc:spChg chg="add del">
          <ac:chgData name="Swati Mishra" userId="4ecbbe41-a93b-48f9-aa26-d01cbfd2c273" providerId="ADAL" clId="{66DB6158-1A18-4199-BA6D-06674FF3C921}" dt="2026-07-25T18:37:55.834" v="201"/>
          <ac:spMkLst>
            <pc:docMk/>
            <pc:sldMk cId="320307724" sldId="256"/>
            <ac:spMk id="38" creationId="{C885E190-58DD-42DD-A4A8-401E15C92A52}"/>
          </ac:spMkLst>
        </pc:spChg>
        <pc:spChg chg="add del">
          <ac:chgData name="Swati Mishra" userId="4ecbbe41-a93b-48f9-aa26-d01cbfd2c273" providerId="ADAL" clId="{66DB6158-1A18-4199-BA6D-06674FF3C921}" dt="2026-07-25T21:55:52.323" v="1832"/>
          <ac:spMkLst>
            <pc:docMk/>
            <pc:sldMk cId="320307724" sldId="256"/>
            <ac:spMk id="39" creationId="{256A7F27-5B86-4914-90A3-E04479F8E6C8}"/>
          </ac:spMkLst>
        </pc:spChg>
        <pc:spChg chg="add del">
          <ac:chgData name="Swati Mishra" userId="4ecbbe41-a93b-48f9-aa26-d01cbfd2c273" providerId="ADAL" clId="{66DB6158-1A18-4199-BA6D-06674FF3C921}" dt="2026-07-25T18:31:20.097" v="119" actId="26606"/>
          <ac:spMkLst>
            <pc:docMk/>
            <pc:sldMk cId="320307724" sldId="256"/>
            <ac:spMk id="40" creationId="{68CA250C-CF5A-4736-9249-D6111F7C5545}"/>
          </ac:spMkLst>
        </pc:spChg>
        <pc:spChg chg="add del">
          <ac:chgData name="Swati Mishra" userId="4ecbbe41-a93b-48f9-aa26-d01cbfd2c273" providerId="ADAL" clId="{66DB6158-1A18-4199-BA6D-06674FF3C921}" dt="2026-07-25T18:31:20.097" v="119" actId="26606"/>
          <ac:spMkLst>
            <pc:docMk/>
            <pc:sldMk cId="320307724" sldId="256"/>
            <ac:spMk id="41" creationId="{56610276-AEC4-4F9F-8F19-EBC8B8B8F499}"/>
          </ac:spMkLst>
        </pc:spChg>
        <pc:spChg chg="add del">
          <ac:chgData name="Swati Mishra" userId="4ecbbe41-a93b-48f9-aa26-d01cbfd2c273" providerId="ADAL" clId="{66DB6158-1A18-4199-BA6D-06674FF3C921}" dt="2026-07-25T18:31:20.097" v="119" actId="26606"/>
          <ac:spMkLst>
            <pc:docMk/>
            <pc:sldMk cId="320307724" sldId="256"/>
            <ac:spMk id="42" creationId="{F82D9B81-57D7-4F0C-AB92-6E390E4E1DD3}"/>
          </ac:spMkLst>
        </pc:spChg>
        <pc:spChg chg="add del">
          <ac:chgData name="Swati Mishra" userId="4ecbbe41-a93b-48f9-aa26-d01cbfd2c273" providerId="ADAL" clId="{66DB6158-1A18-4199-BA6D-06674FF3C921}" dt="2026-07-25T21:55:52.323" v="1832"/>
          <ac:spMkLst>
            <pc:docMk/>
            <pc:sldMk cId="320307724" sldId="256"/>
            <ac:spMk id="46" creationId="{832A30EC-2C72-4D1B-9B53-76A0601A1F4C}"/>
          </ac:spMkLst>
        </pc:spChg>
        <pc:spChg chg="add del">
          <ac:chgData name="Swati Mishra" userId="4ecbbe41-a93b-48f9-aa26-d01cbfd2c273" providerId="ADAL" clId="{66DB6158-1A18-4199-BA6D-06674FF3C921}" dt="2026-07-25T18:31:29.826" v="121" actId="26606"/>
          <ac:spMkLst>
            <pc:docMk/>
            <pc:sldMk cId="320307724" sldId="256"/>
            <ac:spMk id="47" creationId="{6E37B132-9C54-4236-8910-3340177AD9DB}"/>
          </ac:spMkLst>
        </pc:spChg>
        <pc:spChg chg="add del">
          <ac:chgData name="Swati Mishra" userId="4ecbbe41-a93b-48f9-aa26-d01cbfd2c273" providerId="ADAL" clId="{66DB6158-1A18-4199-BA6D-06674FF3C921}" dt="2026-07-25T18:31:29.826" v="121" actId="26606"/>
          <ac:spMkLst>
            <pc:docMk/>
            <pc:sldMk cId="320307724" sldId="256"/>
            <ac:spMk id="48" creationId="{D472C551-D440-40DF-9260-BDB9AC40960A}"/>
          </ac:spMkLst>
        </pc:spChg>
        <pc:spChg chg="add del">
          <ac:chgData name="Swati Mishra" userId="4ecbbe41-a93b-48f9-aa26-d01cbfd2c273" providerId="ADAL" clId="{66DB6158-1A18-4199-BA6D-06674FF3C921}" dt="2026-07-25T18:31:29.826" v="121" actId="26606"/>
          <ac:spMkLst>
            <pc:docMk/>
            <pc:sldMk cId="320307724" sldId="256"/>
            <ac:spMk id="50" creationId="{508BEF50-7B1E-49A4-BC19-5F4F1D755E64}"/>
          </ac:spMkLst>
        </pc:spChg>
        <pc:spChg chg="add del">
          <ac:chgData name="Swati Mishra" userId="4ecbbe41-a93b-48f9-aa26-d01cbfd2c273" providerId="ADAL" clId="{66DB6158-1A18-4199-BA6D-06674FF3C921}" dt="2026-07-25T18:31:29.826" v="121" actId="26606"/>
          <ac:spMkLst>
            <pc:docMk/>
            <pc:sldMk cId="320307724" sldId="256"/>
            <ac:spMk id="51" creationId="{3FBAD350-5664-4811-A208-657FB882D350}"/>
          </ac:spMkLst>
        </pc:spChg>
        <pc:spChg chg="add del">
          <ac:chgData name="Swati Mishra" userId="4ecbbe41-a93b-48f9-aa26-d01cbfd2c273" providerId="ADAL" clId="{66DB6158-1A18-4199-BA6D-06674FF3C921}" dt="2026-07-25T18:31:29.826" v="121" actId="26606"/>
          <ac:spMkLst>
            <pc:docMk/>
            <pc:sldMk cId="320307724" sldId="256"/>
            <ac:spMk id="52" creationId="{C39ADB8F-D187-49D7-BDCF-C1B6DC727068}"/>
          </ac:spMkLst>
        </pc:spChg>
        <pc:spChg chg="add del">
          <ac:chgData name="Swati Mishra" userId="4ecbbe41-a93b-48f9-aa26-d01cbfd2c273" providerId="ADAL" clId="{66DB6158-1A18-4199-BA6D-06674FF3C921}" dt="2026-07-25T18:31:31.198" v="123" actId="26606"/>
          <ac:spMkLst>
            <pc:docMk/>
            <pc:sldMk cId="320307724" sldId="256"/>
            <ac:spMk id="54" creationId="{4DA4374D-F270-4C02-88D7-B751FD9BD6BD}"/>
          </ac:spMkLst>
        </pc:spChg>
        <pc:spChg chg="add del">
          <ac:chgData name="Swati Mishra" userId="4ecbbe41-a93b-48f9-aa26-d01cbfd2c273" providerId="ADAL" clId="{66DB6158-1A18-4199-BA6D-06674FF3C921}" dt="2026-07-25T18:31:31.198" v="123" actId="26606"/>
          <ac:spMkLst>
            <pc:docMk/>
            <pc:sldMk cId="320307724" sldId="256"/>
            <ac:spMk id="55" creationId="{1ACA2EA0-FFD3-42EC-9406-B595015ED96E}"/>
          </ac:spMkLst>
        </pc:spChg>
        <pc:spChg chg="add del">
          <ac:chgData name="Swati Mishra" userId="4ecbbe41-a93b-48f9-aa26-d01cbfd2c273" providerId="ADAL" clId="{66DB6158-1A18-4199-BA6D-06674FF3C921}" dt="2026-07-25T18:31:31.198" v="123" actId="26606"/>
          <ac:spMkLst>
            <pc:docMk/>
            <pc:sldMk cId="320307724" sldId="256"/>
            <ac:spMk id="56" creationId="{D5288BCE-665C-472A-8C43-664BCFA31E43}"/>
          </ac:spMkLst>
        </pc:spChg>
        <pc:spChg chg="add del">
          <ac:chgData name="Swati Mishra" userId="4ecbbe41-a93b-48f9-aa26-d01cbfd2c273" providerId="ADAL" clId="{66DB6158-1A18-4199-BA6D-06674FF3C921}" dt="2026-07-25T18:31:31.198" v="123" actId="26606"/>
          <ac:spMkLst>
            <pc:docMk/>
            <pc:sldMk cId="320307724" sldId="256"/>
            <ac:spMk id="57" creationId="{46C57131-53A7-4C1A-BEA8-25F06A06AD29}"/>
          </ac:spMkLst>
        </pc:spChg>
        <pc:picChg chg="add del">
          <ac:chgData name="Swati Mishra" userId="4ecbbe41-a93b-48f9-aa26-d01cbfd2c273" providerId="ADAL" clId="{66DB6158-1A18-4199-BA6D-06674FF3C921}" dt="2026-07-25T18:21:11.447" v="3" actId="26606"/>
          <ac:picMkLst>
            <pc:docMk/>
            <pc:sldMk cId="320307724" sldId="256"/>
            <ac:picMk id="4" creationId="{85F2C2B3-C5C6-6618-AF52-2D259FBFC075}"/>
          </ac:picMkLst>
        </pc:picChg>
        <pc:picChg chg="add mod ord">
          <ac:chgData name="Swati Mishra" userId="4ecbbe41-a93b-48f9-aa26-d01cbfd2c273" providerId="ADAL" clId="{66DB6158-1A18-4199-BA6D-06674FF3C921}" dt="2026-07-25T18:39:14.083" v="224" actId="1076"/>
          <ac:picMkLst>
            <pc:docMk/>
            <pc:sldMk cId="320307724" sldId="256"/>
            <ac:picMk id="7" creationId="{4D9980C2-A2D0-2B21-C649-9BEA19513357}"/>
          </ac:picMkLst>
        </pc:picChg>
        <pc:picChg chg="add del">
          <ac:chgData name="Swati Mishra" userId="4ecbbe41-a93b-48f9-aa26-d01cbfd2c273" providerId="ADAL" clId="{66DB6158-1A18-4199-BA6D-06674FF3C921}" dt="2026-07-25T18:24:50.294" v="16" actId="26606"/>
          <ac:picMkLst>
            <pc:docMk/>
            <pc:sldMk cId="320307724" sldId="256"/>
            <ac:picMk id="17" creationId="{9231320C-FFB3-2222-8F51-C7B4A95900B8}"/>
          </ac:picMkLst>
        </pc:picChg>
        <pc:cxnChg chg="add del">
          <ac:chgData name="Swati Mishra" userId="4ecbbe41-a93b-48f9-aa26-d01cbfd2c273" providerId="ADAL" clId="{66DB6158-1A18-4199-BA6D-06674FF3C921}" dt="2026-07-25T18:31:10.969" v="113" actId="26606"/>
          <ac:cxnSpMkLst>
            <pc:docMk/>
            <pc:sldMk cId="320307724" sldId="256"/>
            <ac:cxnSpMk id="8" creationId="{56020367-4FD5-4596-8E10-C5F095CD8DBF}"/>
          </ac:cxnSpMkLst>
        </pc:cxnChg>
        <pc:cxnChg chg="del">
          <ac:chgData name="Swati Mishra" userId="4ecbbe41-a93b-48f9-aa26-d01cbfd2c273" providerId="ADAL" clId="{66DB6158-1A18-4199-BA6D-06674FF3C921}" dt="2026-07-25T18:37:33.385" v="194"/>
          <ac:cxnSpMkLst>
            <pc:docMk/>
            <pc:sldMk cId="320307724" sldId="256"/>
            <ac:cxnSpMk id="31" creationId="{56020367-4FD5-4596-8E10-C5F095CD8DBF}"/>
          </ac:cxnSpMkLst>
        </pc:cxnChg>
      </pc:sldChg>
      <pc:sldChg chg="addSp delSp modSp new mod setBg setClrOvrMap delDesignElem">
        <pc:chgData name="Swati Mishra" userId="4ecbbe41-a93b-48f9-aa26-d01cbfd2c273" providerId="ADAL" clId="{66DB6158-1A18-4199-BA6D-06674FF3C921}" dt="2026-07-26T15:19:07.753" v="2473" actId="20577"/>
        <pc:sldMkLst>
          <pc:docMk/>
          <pc:sldMk cId="546928768" sldId="257"/>
        </pc:sldMkLst>
        <pc:spChg chg="mod">
          <ac:chgData name="Swati Mishra" userId="4ecbbe41-a93b-48f9-aa26-d01cbfd2c273" providerId="ADAL" clId="{66DB6158-1A18-4199-BA6D-06674FF3C921}" dt="2026-07-25T22:00:37.063" v="2008"/>
          <ac:spMkLst>
            <pc:docMk/>
            <pc:sldMk cId="546928768" sldId="257"/>
            <ac:spMk id="2" creationId="{2EE02565-CBF6-27ED-AE45-6A8FF659D822}"/>
          </ac:spMkLst>
        </pc:spChg>
        <pc:spChg chg="add del mod">
          <ac:chgData name="Swati Mishra" userId="4ecbbe41-a93b-48f9-aa26-d01cbfd2c273" providerId="ADAL" clId="{66DB6158-1A18-4199-BA6D-06674FF3C921}" dt="2026-07-25T18:40:01.999" v="231" actId="26606"/>
          <ac:spMkLst>
            <pc:docMk/>
            <pc:sldMk cId="546928768" sldId="257"/>
            <ac:spMk id="3" creationId="{EEB99828-C4AA-9EA6-8D52-A7D1CC4040D9}"/>
          </ac:spMkLst>
        </pc:spChg>
        <pc:spChg chg="add del">
          <ac:chgData name="Swati Mishra" userId="4ecbbe41-a93b-48f9-aa26-d01cbfd2c273" providerId="ADAL" clId="{66DB6158-1A18-4199-BA6D-06674FF3C921}" dt="2026-07-25T18:39:55.228" v="228" actId="26606"/>
          <ac:spMkLst>
            <pc:docMk/>
            <pc:sldMk cId="546928768" sldId="257"/>
            <ac:spMk id="8" creationId="{F02F233C-123F-466C-8459-BE8E1DB5408F}"/>
          </ac:spMkLst>
        </pc:spChg>
        <pc:spChg chg="add del">
          <ac:chgData name="Swati Mishra" userId="4ecbbe41-a93b-48f9-aa26-d01cbfd2c273" providerId="ADAL" clId="{66DB6158-1A18-4199-BA6D-06674FF3C921}" dt="2026-07-25T18:40:01.992" v="230" actId="26606"/>
          <ac:spMkLst>
            <pc:docMk/>
            <pc:sldMk cId="546928768" sldId="257"/>
            <ac:spMk id="10" creationId="{06F0BB8C-8C08-44AD-9EBB-B43BE66A5B36}"/>
          </ac:spMkLst>
        </pc:spChg>
        <pc:spChg chg="add del">
          <ac:chgData name="Swati Mishra" userId="4ecbbe41-a93b-48f9-aa26-d01cbfd2c273" providerId="ADAL" clId="{66DB6158-1A18-4199-BA6D-06674FF3C921}" dt="2026-07-25T18:40:01.992" v="230" actId="26606"/>
          <ac:spMkLst>
            <pc:docMk/>
            <pc:sldMk cId="546928768" sldId="257"/>
            <ac:spMk id="11" creationId="{B6EFD219-8BCD-4714-AFB2-AA1C6CAA6550}"/>
          </ac:spMkLst>
        </pc:spChg>
        <pc:spChg chg="add del">
          <ac:chgData name="Swati Mishra" userId="4ecbbe41-a93b-48f9-aa26-d01cbfd2c273" providerId="ADAL" clId="{66DB6158-1A18-4199-BA6D-06674FF3C921}" dt="2026-07-25T21:55:52.323" v="1832"/>
          <ac:spMkLst>
            <pc:docMk/>
            <pc:sldMk cId="546928768" sldId="257"/>
            <ac:spMk id="12" creationId="{1F4F8940-B1DD-45FA-A352-606F44F93FE0}"/>
          </ac:spMkLst>
        </pc:spChg>
        <pc:spChg chg="add del">
          <ac:chgData name="Swati Mishra" userId="4ecbbe41-a93b-48f9-aa26-d01cbfd2c273" providerId="ADAL" clId="{66DB6158-1A18-4199-BA6D-06674FF3C921}" dt="2026-07-25T21:55:52.323" v="1832"/>
          <ac:spMkLst>
            <pc:docMk/>
            <pc:sldMk cId="546928768" sldId="257"/>
            <ac:spMk id="13" creationId="{6764E701-62D0-4B68-B902-A44BB8DAF185}"/>
          </ac:spMkLst>
        </pc:spChg>
        <pc:spChg chg="add del">
          <ac:chgData name="Swati Mishra" userId="4ecbbe41-a93b-48f9-aa26-d01cbfd2c273" providerId="ADAL" clId="{66DB6158-1A18-4199-BA6D-06674FF3C921}" dt="2026-07-25T21:55:52.323" v="1832"/>
          <ac:spMkLst>
            <pc:docMk/>
            <pc:sldMk cId="546928768" sldId="257"/>
            <ac:spMk id="14" creationId="{4D9AEA4E-17C5-4819-9423-63A8CA392B88}"/>
          </ac:spMkLst>
        </pc:spChg>
        <pc:spChg chg="add mod">
          <ac:chgData name="Swati Mishra" userId="4ecbbe41-a93b-48f9-aa26-d01cbfd2c273" providerId="ADAL" clId="{66DB6158-1A18-4199-BA6D-06674FF3C921}" dt="2026-07-26T15:19:07.753" v="2473" actId="20577"/>
          <ac:spMkLst>
            <pc:docMk/>
            <pc:sldMk cId="546928768" sldId="257"/>
            <ac:spMk id="15" creationId="{EEB99828-C4AA-9EA6-8D52-A7D1CC4040D9}"/>
          </ac:spMkLst>
        </pc:spChg>
      </pc:sldChg>
      <pc:sldChg chg="modSp new del mod">
        <pc:chgData name="Swati Mishra" userId="4ecbbe41-a93b-48f9-aa26-d01cbfd2c273" providerId="ADAL" clId="{66DB6158-1A18-4199-BA6D-06674FF3C921}" dt="2026-07-25T18:39:39.321" v="225" actId="2696"/>
        <pc:sldMkLst>
          <pc:docMk/>
          <pc:sldMk cId="1909582717" sldId="257"/>
        </pc:sldMkLst>
        <pc:spChg chg="mod">
          <ac:chgData name="Swati Mishra" userId="4ecbbe41-a93b-48f9-aa26-d01cbfd2c273" providerId="ADAL" clId="{66DB6158-1A18-4199-BA6D-06674FF3C921}" dt="2026-07-25T18:38:27.318" v="202"/>
          <ac:spMkLst>
            <pc:docMk/>
            <pc:sldMk cId="1909582717" sldId="257"/>
            <ac:spMk id="2" creationId="{01CFF407-5F41-60DD-4672-B8A8292A91CE}"/>
          </ac:spMkLst>
        </pc:spChg>
        <pc:spChg chg="mod">
          <ac:chgData name="Swati Mishra" userId="4ecbbe41-a93b-48f9-aa26-d01cbfd2c273" providerId="ADAL" clId="{66DB6158-1A18-4199-BA6D-06674FF3C921}" dt="2026-07-25T18:38:27.318" v="202"/>
          <ac:spMkLst>
            <pc:docMk/>
            <pc:sldMk cId="1909582717" sldId="257"/>
            <ac:spMk id="3" creationId="{9F232911-C747-9922-E0C1-3760F7540D32}"/>
          </ac:spMkLst>
        </pc:spChg>
      </pc:sldChg>
      <pc:sldChg chg="addSp delSp modSp new mod setBg delDesignElem">
        <pc:chgData name="Swati Mishra" userId="4ecbbe41-a93b-48f9-aa26-d01cbfd2c273" providerId="ADAL" clId="{66DB6158-1A18-4199-BA6D-06674FF3C921}" dt="2026-07-25T23:18:46.218" v="2220" actId="14100"/>
        <pc:sldMkLst>
          <pc:docMk/>
          <pc:sldMk cId="3973492455" sldId="258"/>
        </pc:sldMkLst>
        <pc:spChg chg="mod">
          <ac:chgData name="Swati Mishra" userId="4ecbbe41-a93b-48f9-aa26-d01cbfd2c273" providerId="ADAL" clId="{66DB6158-1A18-4199-BA6D-06674FF3C921}" dt="2026-07-25T23:18:46.218" v="2220" actId="14100"/>
          <ac:spMkLst>
            <pc:docMk/>
            <pc:sldMk cId="3973492455" sldId="258"/>
            <ac:spMk id="2" creationId="{A6E5D930-B6C7-C134-93C1-9807C121AAE1}"/>
          </ac:spMkLst>
        </pc:spChg>
        <pc:spChg chg="mod">
          <ac:chgData name="Swati Mishra" userId="4ecbbe41-a93b-48f9-aa26-d01cbfd2c273" providerId="ADAL" clId="{66DB6158-1A18-4199-BA6D-06674FF3C921}" dt="2026-07-25T22:01:12.946" v="2023" actId="113"/>
          <ac:spMkLst>
            <pc:docMk/>
            <pc:sldMk cId="3973492455" sldId="258"/>
            <ac:spMk id="3" creationId="{E10B4D3A-64E6-046D-7DCF-E28D2FA69EDB}"/>
          </ac:spMkLst>
        </pc:spChg>
        <pc:spChg chg="add del">
          <ac:chgData name="Swati Mishra" userId="4ecbbe41-a93b-48f9-aa26-d01cbfd2c273" providerId="ADAL" clId="{66DB6158-1A18-4199-BA6D-06674FF3C921}" dt="2026-07-25T21:55:52.323" v="1832"/>
          <ac:spMkLst>
            <pc:docMk/>
            <pc:sldMk cId="3973492455" sldId="258"/>
            <ac:spMk id="8" creationId="{F02F233C-123F-466C-8459-BE8E1DB5408F}"/>
          </ac:spMkLst>
        </pc:spChg>
      </pc:sldChg>
      <pc:sldChg chg="addSp delSp modSp new mod setBg setClrOvrMap delDesignElem">
        <pc:chgData name="Swati Mishra" userId="4ecbbe41-a93b-48f9-aa26-d01cbfd2c273" providerId="ADAL" clId="{66DB6158-1A18-4199-BA6D-06674FF3C921}" dt="2026-07-25T22:27:06.757" v="2148" actId="313"/>
        <pc:sldMkLst>
          <pc:docMk/>
          <pc:sldMk cId="839694768" sldId="259"/>
        </pc:sldMkLst>
        <pc:spChg chg="mod">
          <ac:chgData name="Swati Mishra" userId="4ecbbe41-a93b-48f9-aa26-d01cbfd2c273" providerId="ADAL" clId="{66DB6158-1A18-4199-BA6D-06674FF3C921}" dt="2026-07-25T22:27:06.757" v="2148" actId="313"/>
          <ac:spMkLst>
            <pc:docMk/>
            <pc:sldMk cId="839694768" sldId="259"/>
            <ac:spMk id="2" creationId="{8F6BC547-F083-09DC-69F3-A4833231E303}"/>
          </ac:spMkLst>
        </pc:spChg>
        <pc:spChg chg="mod">
          <ac:chgData name="Swati Mishra" userId="4ecbbe41-a93b-48f9-aa26-d01cbfd2c273" providerId="ADAL" clId="{66DB6158-1A18-4199-BA6D-06674FF3C921}" dt="2026-07-25T22:01:33.080" v="2025" actId="255"/>
          <ac:spMkLst>
            <pc:docMk/>
            <pc:sldMk cId="839694768" sldId="259"/>
            <ac:spMk id="3" creationId="{318D85C7-92E1-8528-5A69-E76596564761}"/>
          </ac:spMkLst>
        </pc:spChg>
        <pc:spChg chg="add del">
          <ac:chgData name="Swati Mishra" userId="4ecbbe41-a93b-48f9-aa26-d01cbfd2c273" providerId="ADAL" clId="{66DB6158-1A18-4199-BA6D-06674FF3C921}" dt="2026-07-25T21:55:52.323" v="1832"/>
          <ac:spMkLst>
            <pc:docMk/>
            <pc:sldMk cId="839694768" sldId="259"/>
            <ac:spMk id="8" creationId="{6764E701-62D0-4B68-B902-A44BB8DAF185}"/>
          </ac:spMkLst>
        </pc:spChg>
        <pc:spChg chg="add del">
          <ac:chgData name="Swati Mishra" userId="4ecbbe41-a93b-48f9-aa26-d01cbfd2c273" providerId="ADAL" clId="{66DB6158-1A18-4199-BA6D-06674FF3C921}" dt="2026-07-25T21:55:52.323" v="1832"/>
          <ac:spMkLst>
            <pc:docMk/>
            <pc:sldMk cId="839694768" sldId="259"/>
            <ac:spMk id="10" creationId="{4D9AEA4E-17C5-4819-9423-63A8CA392B88}"/>
          </ac:spMkLst>
        </pc:spChg>
        <pc:spChg chg="add del">
          <ac:chgData name="Swati Mishra" userId="4ecbbe41-a93b-48f9-aa26-d01cbfd2c273" providerId="ADAL" clId="{66DB6158-1A18-4199-BA6D-06674FF3C921}" dt="2026-07-25T21:55:52.323" v="1832"/>
          <ac:spMkLst>
            <pc:docMk/>
            <pc:sldMk cId="839694768" sldId="259"/>
            <ac:spMk id="12" creationId="{1F4F8940-B1DD-45FA-A352-606F44F93FE0}"/>
          </ac:spMkLst>
        </pc:spChg>
      </pc:sldChg>
      <pc:sldChg chg="addSp delSp modSp add mod setBg delDesignElem">
        <pc:chgData name="Swati Mishra" userId="4ecbbe41-a93b-48f9-aa26-d01cbfd2c273" providerId="ADAL" clId="{66DB6158-1A18-4199-BA6D-06674FF3C921}" dt="2026-07-26T15:29:12.226" v="2474" actId="20577"/>
        <pc:sldMkLst>
          <pc:docMk/>
          <pc:sldMk cId="3560896514" sldId="260"/>
        </pc:sldMkLst>
        <pc:spChg chg="mod">
          <ac:chgData name="Swati Mishra" userId="4ecbbe41-a93b-48f9-aa26-d01cbfd2c273" providerId="ADAL" clId="{66DB6158-1A18-4199-BA6D-06674FF3C921}" dt="2026-07-25T18:55:29.311" v="1031" actId="313"/>
          <ac:spMkLst>
            <pc:docMk/>
            <pc:sldMk cId="3560896514" sldId="260"/>
            <ac:spMk id="2" creationId="{7ABF5B22-71B5-246E-7EA7-A6A2B675F85C}"/>
          </ac:spMkLst>
        </pc:spChg>
        <pc:spChg chg="mod">
          <ac:chgData name="Swati Mishra" userId="4ecbbe41-a93b-48f9-aa26-d01cbfd2c273" providerId="ADAL" clId="{66DB6158-1A18-4199-BA6D-06674FF3C921}" dt="2026-07-26T15:29:12.226" v="2474" actId="20577"/>
          <ac:spMkLst>
            <pc:docMk/>
            <pc:sldMk cId="3560896514" sldId="260"/>
            <ac:spMk id="3" creationId="{A322FD8A-92CB-CB9A-6E44-EE52FCE3381E}"/>
          </ac:spMkLst>
        </pc:spChg>
        <pc:spChg chg="add del">
          <ac:chgData name="Swati Mishra" userId="4ecbbe41-a93b-48f9-aa26-d01cbfd2c273" providerId="ADAL" clId="{66DB6158-1A18-4199-BA6D-06674FF3C921}" dt="2026-07-25T21:55:52.323" v="1832"/>
          <ac:spMkLst>
            <pc:docMk/>
            <pc:sldMk cId="3560896514" sldId="260"/>
            <ac:spMk id="8" creationId="{2DE7FAFD-9ABD-9FEE-C992-099F8C30B6FD}"/>
          </ac:spMkLst>
        </pc:spChg>
        <pc:spChg chg="add del">
          <ac:chgData name="Swati Mishra" userId="4ecbbe41-a93b-48f9-aa26-d01cbfd2c273" providerId="ADAL" clId="{66DB6158-1A18-4199-BA6D-06674FF3C921}" dt="2026-07-25T21:55:52.323" v="1832"/>
          <ac:spMkLst>
            <pc:docMk/>
            <pc:sldMk cId="3560896514" sldId="260"/>
            <ac:spMk id="10" creationId="{C93DDC35-70D5-D7E0-B06B-DC5321BB12EF}"/>
          </ac:spMkLst>
        </pc:spChg>
        <pc:spChg chg="add del">
          <ac:chgData name="Swati Mishra" userId="4ecbbe41-a93b-48f9-aa26-d01cbfd2c273" providerId="ADAL" clId="{66DB6158-1A18-4199-BA6D-06674FF3C921}" dt="2026-07-25T21:55:52.323" v="1832"/>
          <ac:spMkLst>
            <pc:docMk/>
            <pc:sldMk cId="3560896514" sldId="260"/>
            <ac:spMk id="12" creationId="{B467A7B5-1752-77EB-D53D-1D6894988735}"/>
          </ac:spMkLst>
        </pc:spChg>
      </pc:sldChg>
      <pc:sldChg chg="addSp delSp modSp add mod setBg delDesignElem">
        <pc:chgData name="Swati Mishra" userId="4ecbbe41-a93b-48f9-aa26-d01cbfd2c273" providerId="ADAL" clId="{66DB6158-1A18-4199-BA6D-06674FF3C921}" dt="2026-07-25T21:55:52.323" v="1832"/>
        <pc:sldMkLst>
          <pc:docMk/>
          <pc:sldMk cId="1768374823" sldId="261"/>
        </pc:sldMkLst>
        <pc:spChg chg="mod">
          <ac:chgData name="Swati Mishra" userId="4ecbbe41-a93b-48f9-aa26-d01cbfd2c273" providerId="ADAL" clId="{66DB6158-1A18-4199-BA6D-06674FF3C921}" dt="2026-07-25T18:58:21.538" v="1080" actId="14100"/>
          <ac:spMkLst>
            <pc:docMk/>
            <pc:sldMk cId="1768374823" sldId="261"/>
            <ac:spMk id="2" creationId="{49C2A10B-8338-1435-8BA9-CA2AC63DD23B}"/>
          </ac:spMkLst>
        </pc:spChg>
        <pc:spChg chg="del mod">
          <ac:chgData name="Swati Mishra" userId="4ecbbe41-a93b-48f9-aa26-d01cbfd2c273" providerId="ADAL" clId="{66DB6158-1A18-4199-BA6D-06674FF3C921}" dt="2026-07-25T18:57:16.853" v="1073" actId="478"/>
          <ac:spMkLst>
            <pc:docMk/>
            <pc:sldMk cId="1768374823" sldId="261"/>
            <ac:spMk id="3" creationId="{33B2D217-E2C0-B355-937A-9438B28D7D7E}"/>
          </ac:spMkLst>
        </pc:spChg>
        <pc:spChg chg="del">
          <ac:chgData name="Swati Mishra" userId="4ecbbe41-a93b-48f9-aa26-d01cbfd2c273" providerId="ADAL" clId="{66DB6158-1A18-4199-BA6D-06674FF3C921}" dt="2026-07-25T18:57:33.344" v="1074" actId="26606"/>
          <ac:spMkLst>
            <pc:docMk/>
            <pc:sldMk cId="1768374823" sldId="261"/>
            <ac:spMk id="8" creationId="{EC9EBC44-432E-613A-163D-1F5B45EFA182}"/>
          </ac:spMkLst>
        </pc:spChg>
        <pc:spChg chg="del">
          <ac:chgData name="Swati Mishra" userId="4ecbbe41-a93b-48f9-aa26-d01cbfd2c273" providerId="ADAL" clId="{66DB6158-1A18-4199-BA6D-06674FF3C921}" dt="2026-07-25T18:57:33.344" v="1074" actId="26606"/>
          <ac:spMkLst>
            <pc:docMk/>
            <pc:sldMk cId="1768374823" sldId="261"/>
            <ac:spMk id="10" creationId="{10BBABD1-6021-0753-A184-C31B6C0677CC}"/>
          </ac:spMkLst>
        </pc:spChg>
        <pc:spChg chg="del">
          <ac:chgData name="Swati Mishra" userId="4ecbbe41-a93b-48f9-aa26-d01cbfd2c273" providerId="ADAL" clId="{66DB6158-1A18-4199-BA6D-06674FF3C921}" dt="2026-07-25T18:57:33.344" v="1074" actId="26606"/>
          <ac:spMkLst>
            <pc:docMk/>
            <pc:sldMk cId="1768374823" sldId="261"/>
            <ac:spMk id="12" creationId="{A641048A-1586-05A5-91D3-191F08D5796C}"/>
          </ac:spMkLst>
        </pc:spChg>
        <pc:spChg chg="add del">
          <ac:chgData name="Swati Mishra" userId="4ecbbe41-a93b-48f9-aa26-d01cbfd2c273" providerId="ADAL" clId="{66DB6158-1A18-4199-BA6D-06674FF3C921}" dt="2026-07-25T18:58:06.678" v="1077" actId="26606"/>
          <ac:spMkLst>
            <pc:docMk/>
            <pc:sldMk cId="1768374823" sldId="261"/>
            <ac:spMk id="19" creationId="{B1837CB0-4F29-4E03-BEC4-55C6733B9C52}"/>
          </ac:spMkLst>
        </pc:spChg>
        <pc:spChg chg="add del">
          <ac:chgData name="Swati Mishra" userId="4ecbbe41-a93b-48f9-aa26-d01cbfd2c273" providerId="ADAL" clId="{66DB6158-1A18-4199-BA6D-06674FF3C921}" dt="2026-07-25T18:58:06.678" v="1077" actId="26606"/>
          <ac:spMkLst>
            <pc:docMk/>
            <pc:sldMk cId="1768374823" sldId="261"/>
            <ac:spMk id="21" creationId="{F0771D68-E8BF-4D31-ADBB-CE99B19F23EF}"/>
          </ac:spMkLst>
        </pc:spChg>
        <pc:spChg chg="add del">
          <ac:chgData name="Swati Mishra" userId="4ecbbe41-a93b-48f9-aa26-d01cbfd2c273" providerId="ADAL" clId="{66DB6158-1A18-4199-BA6D-06674FF3C921}" dt="2026-07-25T18:58:06.678" v="1077" actId="26606"/>
          <ac:spMkLst>
            <pc:docMk/>
            <pc:sldMk cId="1768374823" sldId="261"/>
            <ac:spMk id="23" creationId="{7D4DBD54-1DE0-451E-9FDE-4116146F1C73}"/>
          </ac:spMkLst>
        </pc:spChg>
        <pc:spChg chg="add del">
          <ac:chgData name="Swati Mishra" userId="4ecbbe41-a93b-48f9-aa26-d01cbfd2c273" providerId="ADAL" clId="{66DB6158-1A18-4199-BA6D-06674FF3C921}" dt="2026-07-25T21:55:52.323" v="1832"/>
          <ac:spMkLst>
            <pc:docMk/>
            <pc:sldMk cId="1768374823" sldId="261"/>
            <ac:spMk id="28" creationId="{5C821777-3A3B-437E-B5C1-FBC7B0F48C56}"/>
          </ac:spMkLst>
        </pc:spChg>
        <pc:spChg chg="add del">
          <ac:chgData name="Swati Mishra" userId="4ecbbe41-a93b-48f9-aa26-d01cbfd2c273" providerId="ADAL" clId="{66DB6158-1A18-4199-BA6D-06674FF3C921}" dt="2026-07-25T21:55:52.323" v="1832"/>
          <ac:spMkLst>
            <pc:docMk/>
            <pc:sldMk cId="1768374823" sldId="261"/>
            <ac:spMk id="30" creationId="{A31AD40C-CE73-4162-8681-421B8AF943A2}"/>
          </ac:spMkLst>
        </pc:spChg>
        <pc:spChg chg="add del">
          <ac:chgData name="Swati Mishra" userId="4ecbbe41-a93b-48f9-aa26-d01cbfd2c273" providerId="ADAL" clId="{66DB6158-1A18-4199-BA6D-06674FF3C921}" dt="2026-07-25T21:55:52.323" v="1832"/>
          <ac:spMkLst>
            <pc:docMk/>
            <pc:sldMk cId="1768374823" sldId="261"/>
            <ac:spMk id="32" creationId="{707A3B9D-B1BA-4989-A535-1A6D8D402CC6}"/>
          </ac:spMkLst>
        </pc:spChg>
        <pc:picChg chg="add mod">
          <ac:chgData name="Swati Mishra" userId="4ecbbe41-a93b-48f9-aa26-d01cbfd2c273" providerId="ADAL" clId="{66DB6158-1A18-4199-BA6D-06674FF3C921}" dt="2026-07-25T18:58:06.678" v="1077" actId="26606"/>
          <ac:picMkLst>
            <pc:docMk/>
            <pc:sldMk cId="1768374823" sldId="261"/>
            <ac:picMk id="16" creationId="{427B7EB1-310F-6F93-13FA-44FD69CEF805}"/>
          </ac:picMkLst>
        </pc:picChg>
      </pc:sldChg>
      <pc:sldChg chg="addSp delSp modSp new mod setBg setClrOvrMap delDesignElem">
        <pc:chgData name="Swati Mishra" userId="4ecbbe41-a93b-48f9-aa26-d01cbfd2c273" providerId="ADAL" clId="{66DB6158-1A18-4199-BA6D-06674FF3C921}" dt="2026-07-25T21:55:52.323" v="1832"/>
        <pc:sldMkLst>
          <pc:docMk/>
          <pc:sldMk cId="343911029" sldId="262"/>
        </pc:sldMkLst>
        <pc:spChg chg="mod">
          <ac:chgData name="Swati Mishra" userId="4ecbbe41-a93b-48f9-aa26-d01cbfd2c273" providerId="ADAL" clId="{66DB6158-1A18-4199-BA6D-06674FF3C921}" dt="2026-07-25T19:00:02.233" v="1106" actId="404"/>
          <ac:spMkLst>
            <pc:docMk/>
            <pc:sldMk cId="343911029" sldId="262"/>
            <ac:spMk id="2" creationId="{A324412F-1EA9-C033-20C5-FB73398724EF}"/>
          </ac:spMkLst>
        </pc:spChg>
        <pc:spChg chg="mod">
          <ac:chgData name="Swati Mishra" userId="4ecbbe41-a93b-48f9-aa26-d01cbfd2c273" providerId="ADAL" clId="{66DB6158-1A18-4199-BA6D-06674FF3C921}" dt="2026-07-25T18:59:49.620" v="1099" actId="14100"/>
          <ac:spMkLst>
            <pc:docMk/>
            <pc:sldMk cId="343911029" sldId="262"/>
            <ac:spMk id="3" creationId="{F1DE20D3-E5E8-9715-36C6-AB06F0FFCCCC}"/>
          </ac:spMkLst>
        </pc:spChg>
        <pc:spChg chg="add del">
          <ac:chgData name="Swati Mishra" userId="4ecbbe41-a93b-48f9-aa26-d01cbfd2c273" providerId="ADAL" clId="{66DB6158-1A18-4199-BA6D-06674FF3C921}" dt="2026-07-25T18:59:00.846" v="1083" actId="26606"/>
          <ac:spMkLst>
            <pc:docMk/>
            <pc:sldMk cId="343911029" sldId="262"/>
            <ac:spMk id="8" creationId="{570F171F-BF9B-48C5-9DC7-FFF9CF4DD093}"/>
          </ac:spMkLst>
        </pc:spChg>
        <pc:spChg chg="add del">
          <ac:chgData name="Swati Mishra" userId="4ecbbe41-a93b-48f9-aa26-d01cbfd2c273" providerId="ADAL" clId="{66DB6158-1A18-4199-BA6D-06674FF3C921}" dt="2026-07-25T18:59:22.719" v="1085" actId="26606"/>
          <ac:spMkLst>
            <pc:docMk/>
            <pc:sldMk cId="343911029" sldId="262"/>
            <ac:spMk id="12" creationId="{3BFBA67F-0D4D-4C2E-A1D7-82D080A4B3AD}"/>
          </ac:spMkLst>
        </pc:spChg>
        <pc:spChg chg="add del">
          <ac:chgData name="Swati Mishra" userId="4ecbbe41-a93b-48f9-aa26-d01cbfd2c273" providerId="ADAL" clId="{66DB6158-1A18-4199-BA6D-06674FF3C921}" dt="2026-07-25T18:59:22.719" v="1085" actId="26606"/>
          <ac:spMkLst>
            <pc:docMk/>
            <pc:sldMk cId="343911029" sldId="262"/>
            <ac:spMk id="13" creationId="{EFA2AC96-1E47-421C-A03F-F98E354EB4E6}"/>
          </ac:spMkLst>
        </pc:spChg>
        <pc:spChg chg="add del">
          <ac:chgData name="Swati Mishra" userId="4ecbbe41-a93b-48f9-aa26-d01cbfd2c273" providerId="ADAL" clId="{66DB6158-1A18-4199-BA6D-06674FF3C921}" dt="2026-07-25T21:55:52.323" v="1832"/>
          <ac:spMkLst>
            <pc:docMk/>
            <pc:sldMk cId="343911029" sldId="262"/>
            <ac:spMk id="15" creationId="{570F171F-BF9B-48C5-9DC7-FFF9CF4DD093}"/>
          </ac:spMkLst>
        </pc:spChg>
        <pc:cxnChg chg="add del">
          <ac:chgData name="Swati Mishra" userId="4ecbbe41-a93b-48f9-aa26-d01cbfd2c273" providerId="ADAL" clId="{66DB6158-1A18-4199-BA6D-06674FF3C921}" dt="2026-07-25T18:59:00.846" v="1083" actId="26606"/>
          <ac:cxnSpMkLst>
            <pc:docMk/>
            <pc:sldMk cId="343911029" sldId="262"/>
            <ac:cxnSpMk id="10" creationId="{69E8FF8A-7BA5-48E8-AA6E-85EC29AFDA91}"/>
          </ac:cxnSpMkLst>
        </pc:cxnChg>
        <pc:cxnChg chg="add del">
          <ac:chgData name="Swati Mishra" userId="4ecbbe41-a93b-48f9-aa26-d01cbfd2c273" providerId="ADAL" clId="{66DB6158-1A18-4199-BA6D-06674FF3C921}" dt="2026-07-25T21:55:52.323" v="1832"/>
          <ac:cxnSpMkLst>
            <pc:docMk/>
            <pc:sldMk cId="343911029" sldId="262"/>
            <ac:cxnSpMk id="16" creationId="{69E8FF8A-7BA5-48E8-AA6E-85EC29AFDA91}"/>
          </ac:cxnSpMkLst>
        </pc:cxnChg>
      </pc:sldChg>
      <pc:sldChg chg="addSp delSp modSp new mod setBg setClrOvrMap delDesignElem">
        <pc:chgData name="Swati Mishra" userId="4ecbbe41-a93b-48f9-aa26-d01cbfd2c273" providerId="ADAL" clId="{66DB6158-1A18-4199-BA6D-06674FF3C921}" dt="2026-07-25T21:56:58.178" v="1872" actId="20577"/>
        <pc:sldMkLst>
          <pc:docMk/>
          <pc:sldMk cId="711710912" sldId="263"/>
        </pc:sldMkLst>
        <pc:spChg chg="mod">
          <ac:chgData name="Swati Mishra" userId="4ecbbe41-a93b-48f9-aa26-d01cbfd2c273" providerId="ADAL" clId="{66DB6158-1A18-4199-BA6D-06674FF3C921}" dt="2026-07-25T21:56:58.178" v="1872" actId="20577"/>
          <ac:spMkLst>
            <pc:docMk/>
            <pc:sldMk cId="711710912" sldId="263"/>
            <ac:spMk id="2" creationId="{5DCFAB39-FDC6-D913-654C-F7A7FD0B9968}"/>
          </ac:spMkLst>
        </pc:spChg>
        <pc:spChg chg="mod">
          <ac:chgData name="Swati Mishra" userId="4ecbbe41-a93b-48f9-aa26-d01cbfd2c273" providerId="ADAL" clId="{66DB6158-1A18-4199-BA6D-06674FF3C921}" dt="2026-07-25T19:02:12.625" v="1167" actId="20577"/>
          <ac:spMkLst>
            <pc:docMk/>
            <pc:sldMk cId="711710912" sldId="263"/>
            <ac:spMk id="3" creationId="{8658FBC7-B6FA-B288-F906-552C8643362C}"/>
          </ac:spMkLst>
        </pc:spChg>
        <pc:spChg chg="add del">
          <ac:chgData name="Swati Mishra" userId="4ecbbe41-a93b-48f9-aa26-d01cbfd2c273" providerId="ADAL" clId="{66DB6158-1A18-4199-BA6D-06674FF3C921}" dt="2026-07-25T21:55:52.323" v="1832"/>
          <ac:spMkLst>
            <pc:docMk/>
            <pc:sldMk cId="711710912" sldId="263"/>
            <ac:spMk id="8" creationId="{6764E701-62D0-4B68-B902-A44BB8DAF185}"/>
          </ac:spMkLst>
        </pc:spChg>
        <pc:spChg chg="add del">
          <ac:chgData name="Swati Mishra" userId="4ecbbe41-a93b-48f9-aa26-d01cbfd2c273" providerId="ADAL" clId="{66DB6158-1A18-4199-BA6D-06674FF3C921}" dt="2026-07-25T21:55:52.323" v="1832"/>
          <ac:spMkLst>
            <pc:docMk/>
            <pc:sldMk cId="711710912" sldId="263"/>
            <ac:spMk id="10" creationId="{4D9AEA4E-17C5-4819-9423-63A8CA392B88}"/>
          </ac:spMkLst>
        </pc:spChg>
        <pc:spChg chg="add del">
          <ac:chgData name="Swati Mishra" userId="4ecbbe41-a93b-48f9-aa26-d01cbfd2c273" providerId="ADAL" clId="{66DB6158-1A18-4199-BA6D-06674FF3C921}" dt="2026-07-25T21:55:52.323" v="1832"/>
          <ac:spMkLst>
            <pc:docMk/>
            <pc:sldMk cId="711710912" sldId="263"/>
            <ac:spMk id="12" creationId="{1F4F8940-B1DD-45FA-A352-606F44F93FE0}"/>
          </ac:spMkLst>
        </pc:spChg>
      </pc:sldChg>
      <pc:sldChg chg="new del">
        <pc:chgData name="Swati Mishra" userId="4ecbbe41-a93b-48f9-aa26-d01cbfd2c273" providerId="ADAL" clId="{66DB6158-1A18-4199-BA6D-06674FF3C921}" dt="2026-07-25T19:00:09.729" v="1108" actId="47"/>
        <pc:sldMkLst>
          <pc:docMk/>
          <pc:sldMk cId="2579218439" sldId="263"/>
        </pc:sldMkLst>
      </pc:sldChg>
      <pc:sldChg chg="modSp add del mod">
        <pc:chgData name="Swati Mishra" userId="4ecbbe41-a93b-48f9-aa26-d01cbfd2c273" providerId="ADAL" clId="{66DB6158-1A18-4199-BA6D-06674FF3C921}" dt="2026-07-25T21:12:32.652" v="1228" actId="2696"/>
        <pc:sldMkLst>
          <pc:docMk/>
          <pc:sldMk cId="2764605760" sldId="264"/>
        </pc:sldMkLst>
        <pc:spChg chg="mod">
          <ac:chgData name="Swati Mishra" userId="4ecbbe41-a93b-48f9-aa26-d01cbfd2c273" providerId="ADAL" clId="{66DB6158-1A18-4199-BA6D-06674FF3C921}" dt="2026-07-25T19:02:24.639" v="1180" actId="20577"/>
          <ac:spMkLst>
            <pc:docMk/>
            <pc:sldMk cId="2764605760" sldId="264"/>
            <ac:spMk id="2" creationId="{5481A498-690A-F171-9AFC-D9AB7927FAF6}"/>
          </ac:spMkLst>
        </pc:spChg>
        <pc:spChg chg="mod">
          <ac:chgData name="Swati Mishra" userId="4ecbbe41-a93b-48f9-aa26-d01cbfd2c273" providerId="ADAL" clId="{66DB6158-1A18-4199-BA6D-06674FF3C921}" dt="2026-07-25T19:03:56.471" v="1192" actId="108"/>
          <ac:spMkLst>
            <pc:docMk/>
            <pc:sldMk cId="2764605760" sldId="264"/>
            <ac:spMk id="3" creationId="{32B5153A-CF73-9BFB-61A9-B48C54C1605E}"/>
          </ac:spMkLst>
        </pc:spChg>
      </pc:sldChg>
      <pc:sldChg chg="addSp delSp modSp new mod ord setBg setClrOvrMap delDesignElem">
        <pc:chgData name="Swati Mishra" userId="4ecbbe41-a93b-48f9-aa26-d01cbfd2c273" providerId="ADAL" clId="{66DB6158-1A18-4199-BA6D-06674FF3C921}" dt="2026-07-26T15:17:56.334" v="2471"/>
        <pc:sldMkLst>
          <pc:docMk/>
          <pc:sldMk cId="397872167" sldId="265"/>
        </pc:sldMkLst>
        <pc:spChg chg="mod">
          <ac:chgData name="Swati Mishra" userId="4ecbbe41-a93b-48f9-aa26-d01cbfd2c273" providerId="ADAL" clId="{66DB6158-1A18-4199-BA6D-06674FF3C921}" dt="2026-07-25T21:57:07.500" v="1874" actId="1076"/>
          <ac:spMkLst>
            <pc:docMk/>
            <pc:sldMk cId="397872167" sldId="265"/>
            <ac:spMk id="2" creationId="{7E72B533-6A16-FA41-7A23-26DA0B207F1A}"/>
          </ac:spMkLst>
        </pc:spChg>
        <pc:spChg chg="del">
          <ac:chgData name="Swati Mishra" userId="4ecbbe41-a93b-48f9-aa26-d01cbfd2c273" providerId="ADAL" clId="{66DB6158-1A18-4199-BA6D-06674FF3C921}" dt="2026-07-25T20:32:03.933" v="1195"/>
          <ac:spMkLst>
            <pc:docMk/>
            <pc:sldMk cId="397872167" sldId="265"/>
            <ac:spMk id="3" creationId="{208B115D-C281-7553-FB63-592DDC8DBDF6}"/>
          </ac:spMkLst>
        </pc:spChg>
        <pc:spChg chg="add del">
          <ac:chgData name="Swati Mishra" userId="4ecbbe41-a93b-48f9-aa26-d01cbfd2c273" providerId="ADAL" clId="{66DB6158-1A18-4199-BA6D-06674FF3C921}" dt="2026-07-25T20:32:34.413" v="1201" actId="478"/>
          <ac:spMkLst>
            <pc:docMk/>
            <pc:sldMk cId="397872167" sldId="265"/>
            <ac:spMk id="6" creationId="{577C64E9-68FB-07EA-B277-749E7F12D39D}"/>
          </ac:spMkLst>
        </pc:spChg>
        <pc:spChg chg="add del">
          <ac:chgData name="Swati Mishra" userId="4ecbbe41-a93b-48f9-aa26-d01cbfd2c273" providerId="ADAL" clId="{66DB6158-1A18-4199-BA6D-06674FF3C921}" dt="2026-07-25T20:32:18.934" v="1198" actId="26606"/>
          <ac:spMkLst>
            <pc:docMk/>
            <pc:sldMk cId="397872167" sldId="265"/>
            <ac:spMk id="9" creationId="{EFA2AC96-1E47-421C-A03F-F98E354EB4E6}"/>
          </ac:spMkLst>
        </pc:spChg>
        <pc:spChg chg="add del">
          <ac:chgData name="Swati Mishra" userId="4ecbbe41-a93b-48f9-aa26-d01cbfd2c273" providerId="ADAL" clId="{66DB6158-1A18-4199-BA6D-06674FF3C921}" dt="2026-07-25T21:37:36.911" v="1247" actId="26606"/>
          <ac:spMkLst>
            <pc:docMk/>
            <pc:sldMk cId="397872167" sldId="265"/>
            <ac:spMk id="12" creationId="{B1007713-5891-46A9-BACA-FAD760FE2353}"/>
          </ac:spMkLst>
        </pc:spChg>
        <pc:spChg chg="add del">
          <ac:chgData name="Swati Mishra" userId="4ecbbe41-a93b-48f9-aa26-d01cbfd2c273" providerId="ADAL" clId="{66DB6158-1A18-4199-BA6D-06674FF3C921}" dt="2026-07-25T21:37:36.911" v="1247" actId="26606"/>
          <ac:spMkLst>
            <pc:docMk/>
            <pc:sldMk cId="397872167" sldId="265"/>
            <ac:spMk id="14" creationId="{74BB6AA7-7EAD-4D3B-9335-B6E8BD7E6891}"/>
          </ac:spMkLst>
        </pc:spChg>
        <pc:spChg chg="add del">
          <ac:chgData name="Swati Mishra" userId="4ecbbe41-a93b-48f9-aa26-d01cbfd2c273" providerId="ADAL" clId="{66DB6158-1A18-4199-BA6D-06674FF3C921}" dt="2026-07-25T21:40:26.319" v="1286" actId="26606"/>
          <ac:spMkLst>
            <pc:docMk/>
            <pc:sldMk cId="397872167" sldId="265"/>
            <ac:spMk id="19" creationId="{5C821777-3A3B-437E-B5C1-FBC7B0F48C56}"/>
          </ac:spMkLst>
        </pc:spChg>
        <pc:spChg chg="add del">
          <ac:chgData name="Swati Mishra" userId="4ecbbe41-a93b-48f9-aa26-d01cbfd2c273" providerId="ADAL" clId="{66DB6158-1A18-4199-BA6D-06674FF3C921}" dt="2026-07-25T21:40:26.319" v="1286" actId="26606"/>
          <ac:spMkLst>
            <pc:docMk/>
            <pc:sldMk cId="397872167" sldId="265"/>
            <ac:spMk id="21" creationId="{A31AD40C-CE73-4162-8681-421B8AF943A2}"/>
          </ac:spMkLst>
        </pc:spChg>
        <pc:spChg chg="add del">
          <ac:chgData name="Swati Mishra" userId="4ecbbe41-a93b-48f9-aa26-d01cbfd2c273" providerId="ADAL" clId="{66DB6158-1A18-4199-BA6D-06674FF3C921}" dt="2026-07-25T21:40:26.319" v="1286" actId="26606"/>
          <ac:spMkLst>
            <pc:docMk/>
            <pc:sldMk cId="397872167" sldId="265"/>
            <ac:spMk id="23" creationId="{707A3B9D-B1BA-4989-A535-1A6D8D402CC6}"/>
          </ac:spMkLst>
        </pc:spChg>
        <pc:spChg chg="add del">
          <ac:chgData name="Swati Mishra" userId="4ecbbe41-a93b-48f9-aa26-d01cbfd2c273" providerId="ADAL" clId="{66DB6158-1A18-4199-BA6D-06674FF3C921}" dt="2026-07-25T21:40:26.295" v="1285" actId="26606"/>
          <ac:spMkLst>
            <pc:docMk/>
            <pc:sldMk cId="397872167" sldId="265"/>
            <ac:spMk id="25" creationId="{0A760627-7F98-49F3-99E6-ED04C739B232}"/>
          </ac:spMkLst>
        </pc:spChg>
        <pc:spChg chg="add del">
          <ac:chgData name="Swati Mishra" userId="4ecbbe41-a93b-48f9-aa26-d01cbfd2c273" providerId="ADAL" clId="{66DB6158-1A18-4199-BA6D-06674FF3C921}" dt="2026-07-25T21:40:26.295" v="1285" actId="26606"/>
          <ac:spMkLst>
            <pc:docMk/>
            <pc:sldMk cId="397872167" sldId="265"/>
            <ac:spMk id="26" creationId="{D1F88FD4-9011-4A6F-AB39-4DE7E445FC21}"/>
          </ac:spMkLst>
        </pc:spChg>
        <pc:spChg chg="add del">
          <ac:chgData name="Swati Mishra" userId="4ecbbe41-a93b-48f9-aa26-d01cbfd2c273" providerId="ADAL" clId="{66DB6158-1A18-4199-BA6D-06674FF3C921}" dt="2026-07-25T21:40:20.179" v="1279" actId="26606"/>
          <ac:spMkLst>
            <pc:docMk/>
            <pc:sldMk cId="397872167" sldId="265"/>
            <ac:spMk id="28" creationId="{5C821777-3A3B-437E-B5C1-FBC7B0F48C56}"/>
          </ac:spMkLst>
        </pc:spChg>
        <pc:spChg chg="add del">
          <ac:chgData name="Swati Mishra" userId="4ecbbe41-a93b-48f9-aa26-d01cbfd2c273" providerId="ADAL" clId="{66DB6158-1A18-4199-BA6D-06674FF3C921}" dt="2026-07-25T21:55:52.323" v="1832"/>
          <ac:spMkLst>
            <pc:docMk/>
            <pc:sldMk cId="397872167" sldId="265"/>
            <ac:spMk id="29" creationId="{5C821777-3A3B-437E-B5C1-FBC7B0F48C56}"/>
          </ac:spMkLst>
        </pc:spChg>
        <pc:spChg chg="add del">
          <ac:chgData name="Swati Mishra" userId="4ecbbe41-a93b-48f9-aa26-d01cbfd2c273" providerId="ADAL" clId="{66DB6158-1A18-4199-BA6D-06674FF3C921}" dt="2026-07-25T21:40:20.179" v="1279" actId="26606"/>
          <ac:spMkLst>
            <pc:docMk/>
            <pc:sldMk cId="397872167" sldId="265"/>
            <ac:spMk id="30" creationId="{A31AD40C-CE73-4162-8681-421B8AF943A2}"/>
          </ac:spMkLst>
        </pc:spChg>
        <pc:spChg chg="add del">
          <ac:chgData name="Swati Mishra" userId="4ecbbe41-a93b-48f9-aa26-d01cbfd2c273" providerId="ADAL" clId="{66DB6158-1A18-4199-BA6D-06674FF3C921}" dt="2026-07-25T21:55:52.323" v="1832"/>
          <ac:spMkLst>
            <pc:docMk/>
            <pc:sldMk cId="397872167" sldId="265"/>
            <ac:spMk id="31" creationId="{A31AD40C-CE73-4162-8681-421B8AF943A2}"/>
          </ac:spMkLst>
        </pc:spChg>
        <pc:spChg chg="add del">
          <ac:chgData name="Swati Mishra" userId="4ecbbe41-a93b-48f9-aa26-d01cbfd2c273" providerId="ADAL" clId="{66DB6158-1A18-4199-BA6D-06674FF3C921}" dt="2026-07-25T21:40:20.179" v="1279" actId="26606"/>
          <ac:spMkLst>
            <pc:docMk/>
            <pc:sldMk cId="397872167" sldId="265"/>
            <ac:spMk id="32" creationId="{707A3B9D-B1BA-4989-A535-1A6D8D402CC6}"/>
          </ac:spMkLst>
        </pc:spChg>
        <pc:spChg chg="add del">
          <ac:chgData name="Swati Mishra" userId="4ecbbe41-a93b-48f9-aa26-d01cbfd2c273" providerId="ADAL" clId="{66DB6158-1A18-4199-BA6D-06674FF3C921}" dt="2026-07-25T21:55:52.323" v="1832"/>
          <ac:spMkLst>
            <pc:docMk/>
            <pc:sldMk cId="397872167" sldId="265"/>
            <ac:spMk id="33" creationId="{707A3B9D-B1BA-4989-A535-1A6D8D402CC6}"/>
          </ac:spMkLst>
        </pc:spChg>
        <pc:graphicFrameChg chg="add del mod modGraphic">
          <ac:chgData name="Swati Mishra" userId="4ecbbe41-a93b-48f9-aa26-d01cbfd2c273" providerId="ADAL" clId="{66DB6158-1A18-4199-BA6D-06674FF3C921}" dt="2026-07-25T20:32:31.689" v="1200" actId="26606"/>
          <ac:graphicFrameMkLst>
            <pc:docMk/>
            <pc:sldMk cId="397872167" sldId="265"/>
            <ac:graphicFrameMk id="4" creationId="{7267186C-386F-720C-FF7B-A0ED79F4A8BB}"/>
          </ac:graphicFrameMkLst>
        </pc:graphicFrameChg>
        <pc:graphicFrameChg chg="add mod modGraphic">
          <ac:chgData name="Swati Mishra" userId="4ecbbe41-a93b-48f9-aa26-d01cbfd2c273" providerId="ADAL" clId="{66DB6158-1A18-4199-BA6D-06674FF3C921}" dt="2026-07-25T22:31:01.626" v="2215" actId="113"/>
          <ac:graphicFrameMkLst>
            <pc:docMk/>
            <pc:sldMk cId="397872167" sldId="265"/>
            <ac:graphicFrameMk id="7" creationId="{7267186C-386F-720C-FF7B-A0ED79F4A8BB}"/>
          </ac:graphicFrameMkLst>
        </pc:graphicFrameChg>
      </pc:sldChg>
      <pc:sldChg chg="addSp delSp modSp new mod setBg setClrOvrMap delDesignElem">
        <pc:chgData name="Swati Mishra" userId="4ecbbe41-a93b-48f9-aa26-d01cbfd2c273" providerId="ADAL" clId="{66DB6158-1A18-4199-BA6D-06674FF3C921}" dt="2026-07-25T21:55:52.323" v="1832"/>
        <pc:sldMkLst>
          <pc:docMk/>
          <pc:sldMk cId="3282049289" sldId="266"/>
        </pc:sldMkLst>
        <pc:spChg chg="mod">
          <ac:chgData name="Swati Mishra" userId="4ecbbe41-a93b-48f9-aa26-d01cbfd2c273" providerId="ADAL" clId="{66DB6158-1A18-4199-BA6D-06674FF3C921}" dt="2026-07-25T21:40:34.287" v="1289" actId="26606"/>
          <ac:spMkLst>
            <pc:docMk/>
            <pc:sldMk cId="3282049289" sldId="266"/>
            <ac:spMk id="2" creationId="{6C83DDA5-CDFB-55FF-7659-0AF195171339}"/>
          </ac:spMkLst>
        </pc:spChg>
        <pc:spChg chg="del mod">
          <ac:chgData name="Swati Mishra" userId="4ecbbe41-a93b-48f9-aa26-d01cbfd2c273" providerId="ADAL" clId="{66DB6158-1A18-4199-BA6D-06674FF3C921}" dt="2026-07-25T21:36:02.135" v="1233" actId="26606"/>
          <ac:spMkLst>
            <pc:docMk/>
            <pc:sldMk cId="3282049289" sldId="266"/>
            <ac:spMk id="3" creationId="{37E8F317-02F7-87D3-C31C-F7397B4E3675}"/>
          </ac:spMkLst>
        </pc:spChg>
        <pc:spChg chg="add del">
          <ac:chgData name="Swati Mishra" userId="4ecbbe41-a93b-48f9-aa26-d01cbfd2c273" providerId="ADAL" clId="{66DB6158-1A18-4199-BA6D-06674FF3C921}" dt="2026-07-25T21:36:02.045" v="1232" actId="26606"/>
          <ac:spMkLst>
            <pc:docMk/>
            <pc:sldMk cId="3282049289" sldId="266"/>
            <ac:spMk id="10" creationId="{B1007713-5891-46A9-BACA-FAD760FE2353}"/>
          </ac:spMkLst>
        </pc:spChg>
        <pc:spChg chg="add del">
          <ac:chgData name="Swati Mishra" userId="4ecbbe41-a93b-48f9-aa26-d01cbfd2c273" providerId="ADAL" clId="{66DB6158-1A18-4199-BA6D-06674FF3C921}" dt="2026-07-25T21:36:02.045" v="1232" actId="26606"/>
          <ac:spMkLst>
            <pc:docMk/>
            <pc:sldMk cId="3282049289" sldId="266"/>
            <ac:spMk id="12" creationId="{74BB6AA7-7EAD-4D3B-9335-B6E8BD7E6891}"/>
          </ac:spMkLst>
        </pc:spChg>
        <pc:spChg chg="add del">
          <ac:chgData name="Swati Mishra" userId="4ecbbe41-a93b-48f9-aa26-d01cbfd2c273" providerId="ADAL" clId="{66DB6158-1A18-4199-BA6D-06674FF3C921}" dt="2026-07-25T21:40:34.267" v="1288" actId="26606"/>
          <ac:spMkLst>
            <pc:docMk/>
            <pc:sldMk cId="3282049289" sldId="266"/>
            <ac:spMk id="16" creationId="{B2ADCE7A-5E56-4C8E-B245-E2EEDA79C7E1}"/>
          </ac:spMkLst>
        </pc:spChg>
        <pc:spChg chg="add del">
          <ac:chgData name="Swati Mishra" userId="4ecbbe41-a93b-48f9-aa26-d01cbfd2c273" providerId="ADAL" clId="{66DB6158-1A18-4199-BA6D-06674FF3C921}" dt="2026-07-25T21:40:34.267" v="1288" actId="26606"/>
          <ac:spMkLst>
            <pc:docMk/>
            <pc:sldMk cId="3282049289" sldId="266"/>
            <ac:spMk id="17" creationId="{027A2F77-6BCE-423F-9C06-5D6A1FFE4EC1}"/>
          </ac:spMkLst>
        </pc:spChg>
        <pc:spChg chg="add del">
          <ac:chgData name="Swati Mishra" userId="4ecbbe41-a93b-48f9-aa26-d01cbfd2c273" providerId="ADAL" clId="{66DB6158-1A18-4199-BA6D-06674FF3C921}" dt="2026-07-25T21:40:34.267" v="1288" actId="26606"/>
          <ac:spMkLst>
            <pc:docMk/>
            <pc:sldMk cId="3282049289" sldId="266"/>
            <ac:spMk id="18" creationId="{20CB201F-BC0A-4D22-B7C7-230F82F61B93}"/>
          </ac:spMkLst>
        </pc:spChg>
        <pc:spChg chg="add del">
          <ac:chgData name="Swati Mishra" userId="4ecbbe41-a93b-48f9-aa26-d01cbfd2c273" providerId="ADAL" clId="{66DB6158-1A18-4199-BA6D-06674FF3C921}" dt="2026-07-25T21:39:49.423" v="1274" actId="26606"/>
          <ac:spMkLst>
            <pc:docMk/>
            <pc:sldMk cId="3282049289" sldId="266"/>
            <ac:spMk id="19" creationId="{B2ADCE7A-5E56-4C8E-B245-E2EEDA79C7E1}"/>
          </ac:spMkLst>
        </pc:spChg>
        <pc:spChg chg="add del">
          <ac:chgData name="Swati Mishra" userId="4ecbbe41-a93b-48f9-aa26-d01cbfd2c273" providerId="ADAL" clId="{66DB6158-1A18-4199-BA6D-06674FF3C921}" dt="2026-07-25T21:55:52.323" v="1832"/>
          <ac:spMkLst>
            <pc:docMk/>
            <pc:sldMk cId="3282049289" sldId="266"/>
            <ac:spMk id="20" creationId="{AF3C5BA0-8B24-4B05-A9E7-20545338C28A}"/>
          </ac:spMkLst>
        </pc:spChg>
        <pc:spChg chg="add del">
          <ac:chgData name="Swati Mishra" userId="4ecbbe41-a93b-48f9-aa26-d01cbfd2c273" providerId="ADAL" clId="{66DB6158-1A18-4199-BA6D-06674FF3C921}" dt="2026-07-25T21:39:49.423" v="1274" actId="26606"/>
          <ac:spMkLst>
            <pc:docMk/>
            <pc:sldMk cId="3282049289" sldId="266"/>
            <ac:spMk id="21" creationId="{027A2F77-6BCE-423F-9C06-5D6A1FFE4EC1}"/>
          </ac:spMkLst>
        </pc:spChg>
        <pc:spChg chg="add del">
          <ac:chgData name="Swati Mishra" userId="4ecbbe41-a93b-48f9-aa26-d01cbfd2c273" providerId="ADAL" clId="{66DB6158-1A18-4199-BA6D-06674FF3C921}" dt="2026-07-25T21:55:52.323" v="1832"/>
          <ac:spMkLst>
            <pc:docMk/>
            <pc:sldMk cId="3282049289" sldId="266"/>
            <ac:spMk id="22" creationId="{724FDB7F-33A2-451F-BA20-13ED87CF4BB7}"/>
          </ac:spMkLst>
        </pc:spChg>
        <pc:spChg chg="add del">
          <ac:chgData name="Swati Mishra" userId="4ecbbe41-a93b-48f9-aa26-d01cbfd2c273" providerId="ADAL" clId="{66DB6158-1A18-4199-BA6D-06674FF3C921}" dt="2026-07-25T21:39:49.423" v="1274" actId="26606"/>
          <ac:spMkLst>
            <pc:docMk/>
            <pc:sldMk cId="3282049289" sldId="266"/>
            <ac:spMk id="23" creationId="{20CB201F-BC0A-4D22-B7C7-230F82F61B93}"/>
          </ac:spMkLst>
        </pc:spChg>
        <pc:spChg chg="add del">
          <ac:chgData name="Swati Mishra" userId="4ecbbe41-a93b-48f9-aa26-d01cbfd2c273" providerId="ADAL" clId="{66DB6158-1A18-4199-BA6D-06674FF3C921}" dt="2026-07-25T21:55:52.323" v="1832"/>
          <ac:spMkLst>
            <pc:docMk/>
            <pc:sldMk cId="3282049289" sldId="266"/>
            <ac:spMk id="24" creationId="{1460027F-6625-463B-B6D4-594AC32F2337}"/>
          </ac:spMkLst>
        </pc:spChg>
        <pc:picChg chg="add del">
          <ac:chgData name="Swati Mishra" userId="4ecbbe41-a93b-48f9-aa26-d01cbfd2c273" providerId="ADAL" clId="{66DB6158-1A18-4199-BA6D-06674FF3C921}" dt="2026-07-25T21:36:02.045" v="1232" actId="26606"/>
          <ac:picMkLst>
            <pc:docMk/>
            <pc:sldMk cId="3282049289" sldId="266"/>
            <ac:picMk id="7" creationId="{7EC67A72-A6D8-DDD6-5B46-938CF61A5F16}"/>
          </ac:picMkLst>
        </pc:picChg>
        <pc:picChg chg="add mod">
          <ac:chgData name="Swati Mishra" userId="4ecbbe41-a93b-48f9-aa26-d01cbfd2c273" providerId="ADAL" clId="{66DB6158-1A18-4199-BA6D-06674FF3C921}" dt="2026-07-25T21:40:34.287" v="1289" actId="26606"/>
          <ac:picMkLst>
            <pc:docMk/>
            <pc:sldMk cId="3282049289" sldId="266"/>
            <ac:picMk id="14" creationId="{071D63AD-E2D4-C07F-1672-20B61B707AD6}"/>
          </ac:picMkLst>
        </pc:picChg>
      </pc:sldChg>
      <pc:sldChg chg="addSp delSp modSp new del mod setBg">
        <pc:chgData name="Swati Mishra" userId="4ecbbe41-a93b-48f9-aa26-d01cbfd2c273" providerId="ADAL" clId="{66DB6158-1A18-4199-BA6D-06674FF3C921}" dt="2026-07-25T21:41:21.968" v="1298" actId="47"/>
        <pc:sldMkLst>
          <pc:docMk/>
          <pc:sldMk cId="4288060018" sldId="267"/>
        </pc:sldMkLst>
        <pc:spChg chg="del">
          <ac:chgData name="Swati Mishra" userId="4ecbbe41-a93b-48f9-aa26-d01cbfd2c273" providerId="ADAL" clId="{66DB6158-1A18-4199-BA6D-06674FF3C921}" dt="2026-07-25T21:36:33.520" v="1236" actId="478"/>
          <ac:spMkLst>
            <pc:docMk/>
            <pc:sldMk cId="4288060018" sldId="267"/>
            <ac:spMk id="2" creationId="{A5CCA2EA-476A-BB57-ABAD-F7775C5AD97B}"/>
          </ac:spMkLst>
        </pc:spChg>
        <pc:spChg chg="del">
          <ac:chgData name="Swati Mishra" userId="4ecbbe41-a93b-48f9-aa26-d01cbfd2c273" providerId="ADAL" clId="{66DB6158-1A18-4199-BA6D-06674FF3C921}" dt="2026-07-25T21:36:30.992" v="1235" actId="478"/>
          <ac:spMkLst>
            <pc:docMk/>
            <pc:sldMk cId="4288060018" sldId="267"/>
            <ac:spMk id="3" creationId="{1581EFDF-24F7-6F3E-09E3-1F42314CF340}"/>
          </ac:spMkLst>
        </pc:spChg>
        <pc:spChg chg="add mod">
          <ac:chgData name="Swati Mishra" userId="4ecbbe41-a93b-48f9-aa26-d01cbfd2c273" providerId="ADAL" clId="{66DB6158-1A18-4199-BA6D-06674FF3C921}" dt="2026-07-25T21:36:37.046" v="1238"/>
          <ac:spMkLst>
            <pc:docMk/>
            <pc:sldMk cId="4288060018" sldId="267"/>
            <ac:spMk id="4" creationId="{52778E74-8473-46B5-7D82-BDC872D14D8B}"/>
          </ac:spMkLst>
        </pc:spChg>
        <pc:spChg chg="add del">
          <ac:chgData name="Swati Mishra" userId="4ecbbe41-a93b-48f9-aa26-d01cbfd2c273" providerId="ADAL" clId="{66DB6158-1A18-4199-BA6D-06674FF3C921}" dt="2026-07-25T21:40:51.006" v="1291" actId="26606"/>
          <ac:spMkLst>
            <pc:docMk/>
            <pc:sldMk cId="4288060018" sldId="267"/>
            <ac:spMk id="7" creationId="{EFA2AC96-1E47-421C-A03F-F98E354EB4E6}"/>
          </ac:spMkLst>
        </pc:spChg>
        <pc:spChg chg="add del">
          <ac:chgData name="Swati Mishra" userId="4ecbbe41-a93b-48f9-aa26-d01cbfd2c273" providerId="ADAL" clId="{66DB6158-1A18-4199-BA6D-06674FF3C921}" dt="2026-07-25T21:38:28.495" v="1251" actId="26606"/>
          <ac:spMkLst>
            <pc:docMk/>
            <pc:sldMk cId="4288060018" sldId="267"/>
            <ac:spMk id="10" creationId="{EFA2AC96-1E47-421C-A03F-F98E354EB4E6}"/>
          </ac:spMkLst>
        </pc:spChg>
        <pc:graphicFrameChg chg="add mod modGraphic">
          <ac:chgData name="Swati Mishra" userId="4ecbbe41-a93b-48f9-aa26-d01cbfd2c273" providerId="ADAL" clId="{66DB6158-1A18-4199-BA6D-06674FF3C921}" dt="2026-07-25T21:40:51.096" v="1292" actId="26606"/>
          <ac:graphicFrameMkLst>
            <pc:docMk/>
            <pc:sldMk cId="4288060018" sldId="267"/>
            <ac:graphicFrameMk id="5" creationId="{87EAEAA0-FF3D-43FC-AFB6-8569706038BC}"/>
          </ac:graphicFrameMkLst>
        </pc:graphicFrameChg>
      </pc:sldChg>
      <pc:sldChg chg="addSp delSp modSp new mod setBg delDesignElem">
        <pc:chgData name="Swati Mishra" userId="4ecbbe41-a93b-48f9-aa26-d01cbfd2c273" providerId="ADAL" clId="{66DB6158-1A18-4199-BA6D-06674FF3C921}" dt="2026-07-25T23:19:33.328" v="2224" actId="478"/>
        <pc:sldMkLst>
          <pc:docMk/>
          <pc:sldMk cId="2677026366" sldId="268"/>
        </pc:sldMkLst>
        <pc:spChg chg="del mod">
          <ac:chgData name="Swati Mishra" userId="4ecbbe41-a93b-48f9-aa26-d01cbfd2c273" providerId="ADAL" clId="{66DB6158-1A18-4199-BA6D-06674FF3C921}" dt="2026-07-25T21:41:18.576" v="1296" actId="478"/>
          <ac:spMkLst>
            <pc:docMk/>
            <pc:sldMk cId="2677026366" sldId="268"/>
            <ac:spMk id="2" creationId="{F96FAFFE-E204-6B94-E671-8A9F856ED7C5}"/>
          </ac:spMkLst>
        </pc:spChg>
        <pc:spChg chg="del mod">
          <ac:chgData name="Swati Mishra" userId="4ecbbe41-a93b-48f9-aa26-d01cbfd2c273" providerId="ADAL" clId="{66DB6158-1A18-4199-BA6D-06674FF3C921}" dt="2026-07-25T21:41:16.326" v="1295" actId="478"/>
          <ac:spMkLst>
            <pc:docMk/>
            <pc:sldMk cId="2677026366" sldId="268"/>
            <ac:spMk id="3" creationId="{9D5BC6A8-1CCF-B2D4-F1D5-D31FB291AF97}"/>
          </ac:spMkLst>
        </pc:spChg>
        <pc:spChg chg="add del">
          <ac:chgData name="Swati Mishra" userId="4ecbbe41-a93b-48f9-aa26-d01cbfd2c273" providerId="ADAL" clId="{66DB6158-1A18-4199-BA6D-06674FF3C921}" dt="2026-07-25T21:55:52.323" v="1832"/>
          <ac:spMkLst>
            <pc:docMk/>
            <pc:sldMk cId="2677026366" sldId="268"/>
            <ac:spMk id="8" creationId="{F02F233C-123F-466C-8459-BE8E1DB5408F}"/>
          </ac:spMkLst>
        </pc:spChg>
        <pc:graphicFrameChg chg="add mod">
          <ac:chgData name="Swati Mishra" userId="4ecbbe41-a93b-48f9-aa26-d01cbfd2c273" providerId="ADAL" clId="{66DB6158-1A18-4199-BA6D-06674FF3C921}" dt="2026-07-25T23:19:33.328" v="2224" actId="478"/>
          <ac:graphicFrameMkLst>
            <pc:docMk/>
            <pc:sldMk cId="2677026366" sldId="268"/>
            <ac:graphicFrameMk id="5" creationId="{770964CF-267A-43A6-F0DF-C3B0F08DBD97}"/>
          </ac:graphicFrameMkLst>
        </pc:graphicFrameChg>
      </pc:sldChg>
      <pc:sldChg chg="addSp delSp modSp new mod setBg setClrOvrMap delDesignElem">
        <pc:chgData name="Swati Mishra" userId="4ecbbe41-a93b-48f9-aa26-d01cbfd2c273" providerId="ADAL" clId="{66DB6158-1A18-4199-BA6D-06674FF3C921}" dt="2026-07-25T21:55:52.323" v="1832"/>
        <pc:sldMkLst>
          <pc:docMk/>
          <pc:sldMk cId="3956932300" sldId="269"/>
        </pc:sldMkLst>
        <pc:spChg chg="mod">
          <ac:chgData name="Swati Mishra" userId="4ecbbe41-a93b-48f9-aa26-d01cbfd2c273" providerId="ADAL" clId="{66DB6158-1A18-4199-BA6D-06674FF3C921}" dt="2026-07-25T21:45:59.551" v="1370" actId="26606"/>
          <ac:spMkLst>
            <pc:docMk/>
            <pc:sldMk cId="3956932300" sldId="269"/>
            <ac:spMk id="2" creationId="{87981131-2618-4C85-5007-65B9745768E6}"/>
          </ac:spMkLst>
        </pc:spChg>
        <pc:spChg chg="mod">
          <ac:chgData name="Swati Mishra" userId="4ecbbe41-a93b-48f9-aa26-d01cbfd2c273" providerId="ADAL" clId="{66DB6158-1A18-4199-BA6D-06674FF3C921}" dt="2026-07-25T21:46:11.351" v="1374" actId="14100"/>
          <ac:spMkLst>
            <pc:docMk/>
            <pc:sldMk cId="3956932300" sldId="269"/>
            <ac:spMk id="3" creationId="{8745547E-2CE3-EDD2-002C-1C92D5AC5FAF}"/>
          </ac:spMkLst>
        </pc:spChg>
        <pc:spChg chg="add del">
          <ac:chgData name="Swati Mishra" userId="4ecbbe41-a93b-48f9-aa26-d01cbfd2c273" providerId="ADAL" clId="{66DB6158-1A18-4199-BA6D-06674FF3C921}" dt="2026-07-25T21:55:52.323" v="1832"/>
          <ac:spMkLst>
            <pc:docMk/>
            <pc:sldMk cId="3956932300" sldId="269"/>
            <ac:spMk id="8" creationId="{8B996A54-0CDD-4A46-B3D2-02F43219A757}"/>
          </ac:spMkLst>
        </pc:spChg>
        <pc:spChg chg="add del">
          <ac:chgData name="Swati Mishra" userId="4ecbbe41-a93b-48f9-aa26-d01cbfd2c273" providerId="ADAL" clId="{66DB6158-1A18-4199-BA6D-06674FF3C921}" dt="2026-07-25T21:55:52.323" v="1832"/>
          <ac:spMkLst>
            <pc:docMk/>
            <pc:sldMk cId="3956932300" sldId="269"/>
            <ac:spMk id="10" creationId="{06F0BB8C-8C08-44AD-9EBB-B43BE66A5B36}"/>
          </ac:spMkLst>
        </pc:spChg>
      </pc:sldChg>
      <pc:sldChg chg="addSp delSp modSp new mod setBg delDesignElem">
        <pc:chgData name="Swati Mishra" userId="4ecbbe41-a93b-48f9-aa26-d01cbfd2c273" providerId="ADAL" clId="{66DB6158-1A18-4199-BA6D-06674FF3C921}" dt="2026-07-25T22:29:07.072" v="2211" actId="20577"/>
        <pc:sldMkLst>
          <pc:docMk/>
          <pc:sldMk cId="3551930133" sldId="270"/>
        </pc:sldMkLst>
        <pc:spChg chg="mod">
          <ac:chgData name="Swati Mishra" userId="4ecbbe41-a93b-48f9-aa26-d01cbfd2c273" providerId="ADAL" clId="{66DB6158-1A18-4199-BA6D-06674FF3C921}" dt="2026-07-25T21:55:52.323" v="1832"/>
          <ac:spMkLst>
            <pc:docMk/>
            <pc:sldMk cId="3551930133" sldId="270"/>
            <ac:spMk id="2" creationId="{12F9F443-5A42-63B5-378D-6C58012344C3}"/>
          </ac:spMkLst>
        </pc:spChg>
        <pc:spChg chg="del mod">
          <ac:chgData name="Swati Mishra" userId="4ecbbe41-a93b-48f9-aa26-d01cbfd2c273" providerId="ADAL" clId="{66DB6158-1A18-4199-BA6D-06674FF3C921}" dt="2026-07-25T21:43:50.715" v="1313" actId="26606"/>
          <ac:spMkLst>
            <pc:docMk/>
            <pc:sldMk cId="3551930133" sldId="270"/>
            <ac:spMk id="3" creationId="{C2C587A5-6D99-01ED-FF8B-61FAD7C45803}"/>
          </ac:spMkLst>
        </pc:spChg>
        <pc:spChg chg="add del">
          <ac:chgData name="Swati Mishra" userId="4ecbbe41-a93b-48f9-aa26-d01cbfd2c273" providerId="ADAL" clId="{66DB6158-1A18-4199-BA6D-06674FF3C921}" dt="2026-07-25T21:55:52.323" v="1832"/>
          <ac:spMkLst>
            <pc:docMk/>
            <pc:sldMk cId="3551930133" sldId="270"/>
            <ac:spMk id="9" creationId="{EFA2AC96-1E47-421C-A03F-F98E354EB4E6}"/>
          </ac:spMkLst>
        </pc:spChg>
        <pc:graphicFrameChg chg="add mod modGraphic">
          <ac:chgData name="Swati Mishra" userId="4ecbbe41-a93b-48f9-aa26-d01cbfd2c273" providerId="ADAL" clId="{66DB6158-1A18-4199-BA6D-06674FF3C921}" dt="2026-07-25T22:29:07.072" v="2211" actId="20577"/>
          <ac:graphicFrameMkLst>
            <pc:docMk/>
            <pc:sldMk cId="3551930133" sldId="270"/>
            <ac:graphicFrameMk id="5" creationId="{F1E3F392-81F3-D4DF-71C7-1B2584580F9F}"/>
          </ac:graphicFrameMkLst>
        </pc:graphicFrameChg>
      </pc:sldChg>
      <pc:sldChg chg="addSp delSp modSp add mod delDesignElem">
        <pc:chgData name="Swati Mishra" userId="4ecbbe41-a93b-48f9-aa26-d01cbfd2c273" providerId="ADAL" clId="{66DB6158-1A18-4199-BA6D-06674FF3C921}" dt="2026-07-25T21:55:52.323" v="1832"/>
        <pc:sldMkLst>
          <pc:docMk/>
          <pc:sldMk cId="2695594141" sldId="271"/>
        </pc:sldMkLst>
        <pc:spChg chg="mod">
          <ac:chgData name="Swati Mishra" userId="4ecbbe41-a93b-48f9-aa26-d01cbfd2c273" providerId="ADAL" clId="{66DB6158-1A18-4199-BA6D-06674FF3C921}" dt="2026-07-25T21:46:41.492" v="1380"/>
          <ac:spMkLst>
            <pc:docMk/>
            <pc:sldMk cId="2695594141" sldId="271"/>
            <ac:spMk id="2" creationId="{585E5C39-8F39-50FA-F4C6-1D8EB76B4FE6}"/>
          </ac:spMkLst>
        </pc:spChg>
        <pc:spChg chg="mod">
          <ac:chgData name="Swati Mishra" userId="4ecbbe41-a93b-48f9-aa26-d01cbfd2c273" providerId="ADAL" clId="{66DB6158-1A18-4199-BA6D-06674FF3C921}" dt="2026-07-25T21:51:25.388" v="1662" actId="14100"/>
          <ac:spMkLst>
            <pc:docMk/>
            <pc:sldMk cId="2695594141" sldId="271"/>
            <ac:spMk id="3" creationId="{9BE25F74-9372-C08D-450D-E59CBF015B92}"/>
          </ac:spMkLst>
        </pc:spChg>
        <pc:spChg chg="add del">
          <ac:chgData name="Swati Mishra" userId="4ecbbe41-a93b-48f9-aa26-d01cbfd2c273" providerId="ADAL" clId="{66DB6158-1A18-4199-BA6D-06674FF3C921}" dt="2026-07-25T21:55:52.323" v="1832"/>
          <ac:spMkLst>
            <pc:docMk/>
            <pc:sldMk cId="2695594141" sldId="271"/>
            <ac:spMk id="8" creationId="{BEBA7AFE-81B0-AF62-D123-FC29634E9581}"/>
          </ac:spMkLst>
        </pc:spChg>
        <pc:spChg chg="add del">
          <ac:chgData name="Swati Mishra" userId="4ecbbe41-a93b-48f9-aa26-d01cbfd2c273" providerId="ADAL" clId="{66DB6158-1A18-4199-BA6D-06674FF3C921}" dt="2026-07-25T21:55:52.323" v="1832"/>
          <ac:spMkLst>
            <pc:docMk/>
            <pc:sldMk cId="2695594141" sldId="271"/>
            <ac:spMk id="10" creationId="{E06C9548-68A9-8F07-8462-BB0509EB30D9}"/>
          </ac:spMkLst>
        </pc:spChg>
      </pc:sldChg>
      <pc:sldChg chg="addSp delSp modSp new mod ord">
        <pc:chgData name="Swati Mishra" userId="4ecbbe41-a93b-48f9-aa26-d01cbfd2c273" providerId="ADAL" clId="{66DB6158-1A18-4199-BA6D-06674FF3C921}" dt="2026-07-26T13:34:24.468" v="2350"/>
        <pc:sldMkLst>
          <pc:docMk/>
          <pc:sldMk cId="2839999341" sldId="272"/>
        </pc:sldMkLst>
        <pc:spChg chg="mod">
          <ac:chgData name="Swati Mishra" userId="4ecbbe41-a93b-48f9-aa26-d01cbfd2c273" providerId="ADAL" clId="{66DB6158-1A18-4199-BA6D-06674FF3C921}" dt="2026-07-25T23:43:28.332" v="2273" actId="20577"/>
          <ac:spMkLst>
            <pc:docMk/>
            <pc:sldMk cId="2839999341" sldId="272"/>
            <ac:spMk id="2" creationId="{9E138CFB-3C23-AEE3-73E9-8A8A23919805}"/>
          </ac:spMkLst>
        </pc:spChg>
        <pc:spChg chg="del mod">
          <ac:chgData name="Swati Mishra" userId="4ecbbe41-a93b-48f9-aa26-d01cbfd2c273" providerId="ADAL" clId="{66DB6158-1A18-4199-BA6D-06674FF3C921}" dt="2026-07-25T23:39:39.176" v="2230" actId="478"/>
          <ac:spMkLst>
            <pc:docMk/>
            <pc:sldMk cId="2839999341" sldId="272"/>
            <ac:spMk id="3" creationId="{53246173-EA7A-D941-CA54-088F364C56B0}"/>
          </ac:spMkLst>
        </pc:spChg>
        <pc:picChg chg="add mod modCrop">
          <ac:chgData name="Swati Mishra" userId="4ecbbe41-a93b-48f9-aa26-d01cbfd2c273" providerId="ADAL" clId="{66DB6158-1A18-4199-BA6D-06674FF3C921}" dt="2026-07-25T23:44:13.796" v="2297" actId="14100"/>
          <ac:picMkLst>
            <pc:docMk/>
            <pc:sldMk cId="2839999341" sldId="272"/>
            <ac:picMk id="5" creationId="{1C93B0CE-95A0-13D1-FC48-9958010EEE65}"/>
          </ac:picMkLst>
        </pc:picChg>
        <pc:picChg chg="add mod modCrop">
          <ac:chgData name="Swati Mishra" userId="4ecbbe41-a93b-48f9-aa26-d01cbfd2c273" providerId="ADAL" clId="{66DB6158-1A18-4199-BA6D-06674FF3C921}" dt="2026-07-25T23:42:53.151" v="2255" actId="14100"/>
          <ac:picMkLst>
            <pc:docMk/>
            <pc:sldMk cId="2839999341" sldId="272"/>
            <ac:picMk id="7" creationId="{E549ECA6-6E48-77DC-60C7-E9C29C820690}"/>
          </ac:picMkLst>
        </pc:picChg>
      </pc:sldChg>
      <pc:sldChg chg="addSp delSp modSp new mod ord setBg delDesignElem">
        <pc:chgData name="Swati Mishra" userId="4ecbbe41-a93b-48f9-aa26-d01cbfd2c273" providerId="ADAL" clId="{66DB6158-1A18-4199-BA6D-06674FF3C921}" dt="2026-07-25T23:29:58.871" v="2226"/>
        <pc:sldMkLst>
          <pc:docMk/>
          <pc:sldMk cId="1777616236" sldId="273"/>
        </pc:sldMkLst>
        <pc:spChg chg="mod">
          <ac:chgData name="Swati Mishra" userId="4ecbbe41-a93b-48f9-aa26-d01cbfd2c273" providerId="ADAL" clId="{66DB6158-1A18-4199-BA6D-06674FF3C921}" dt="2026-07-25T22:04:12.910" v="2057" actId="27636"/>
          <ac:spMkLst>
            <pc:docMk/>
            <pc:sldMk cId="1777616236" sldId="273"/>
            <ac:spMk id="2" creationId="{058E2D04-39A5-5F88-D7E1-E05E4A1E9F10}"/>
          </ac:spMkLst>
        </pc:spChg>
        <pc:spChg chg="mod">
          <ac:chgData name="Swati Mishra" userId="4ecbbe41-a93b-48f9-aa26-d01cbfd2c273" providerId="ADAL" clId="{66DB6158-1A18-4199-BA6D-06674FF3C921}" dt="2026-07-25T22:04:17.421" v="2058" actId="20577"/>
          <ac:spMkLst>
            <pc:docMk/>
            <pc:sldMk cId="1777616236" sldId="273"/>
            <ac:spMk id="3" creationId="{BEC70D13-91A7-1558-7F70-B3BF0EE45E44}"/>
          </ac:spMkLst>
        </pc:spChg>
        <pc:picChg chg="add">
          <ac:chgData name="Swati Mishra" userId="4ecbbe41-a93b-48f9-aa26-d01cbfd2c273" providerId="ADAL" clId="{66DB6158-1A18-4199-BA6D-06674FF3C921}" dt="2026-07-25T21:50:51.707" v="1653" actId="26606"/>
          <ac:picMkLst>
            <pc:docMk/>
            <pc:sldMk cId="1777616236" sldId="273"/>
            <ac:picMk id="5" creationId="{5DB52F4B-0661-8C30-DD7F-314D438AA02D}"/>
          </ac:picMkLst>
        </pc:picChg>
        <pc:cxnChg chg="add del">
          <ac:chgData name="Swati Mishra" userId="4ecbbe41-a93b-48f9-aa26-d01cbfd2c273" providerId="ADAL" clId="{66DB6158-1A18-4199-BA6D-06674FF3C921}" dt="2026-07-25T21:55:52.323" v="1832"/>
          <ac:cxnSpMkLst>
            <pc:docMk/>
            <pc:sldMk cId="1777616236" sldId="273"/>
            <ac:cxnSpMk id="9" creationId="{E0DCF65E-F84E-483D-83D7-A1616D569143}"/>
          </ac:cxnSpMkLst>
        </pc:cxnChg>
      </pc:sldChg>
      <pc:sldChg chg="addSp delSp modSp new mod ord setBg addAnim delAnim setClrOvrMap">
        <pc:chgData name="Swati Mishra" userId="4ecbbe41-a93b-48f9-aa26-d01cbfd2c273" providerId="ADAL" clId="{66DB6158-1A18-4199-BA6D-06674FF3C921}" dt="2026-07-26T14:20:11.567" v="2469" actId="20577"/>
        <pc:sldMkLst>
          <pc:docMk/>
          <pc:sldMk cId="1211648863" sldId="274"/>
        </pc:sldMkLst>
        <pc:spChg chg="mod">
          <ac:chgData name="Swati Mishra" userId="4ecbbe41-a93b-48f9-aa26-d01cbfd2c273" providerId="ADAL" clId="{66DB6158-1A18-4199-BA6D-06674FF3C921}" dt="2026-07-26T14:20:11.567" v="2469" actId="20577"/>
          <ac:spMkLst>
            <pc:docMk/>
            <pc:sldMk cId="1211648863" sldId="274"/>
            <ac:spMk id="2" creationId="{AA2AB2E8-3DDA-2F4D-692B-0D78605503B5}"/>
          </ac:spMkLst>
        </pc:spChg>
        <pc:spChg chg="del mod">
          <ac:chgData name="Swati Mishra" userId="4ecbbe41-a93b-48f9-aa26-d01cbfd2c273" providerId="ADAL" clId="{66DB6158-1A18-4199-BA6D-06674FF3C921}" dt="2026-07-25T23:40:20.079" v="2233" actId="478"/>
          <ac:spMkLst>
            <pc:docMk/>
            <pc:sldMk cId="1211648863" sldId="274"/>
            <ac:spMk id="3" creationId="{BB1468DC-0BB7-CAC7-3464-24E1FDAEED28}"/>
          </ac:spMkLst>
        </pc:spChg>
        <pc:spChg chg="add del mod">
          <ac:chgData name="Swati Mishra" userId="4ecbbe41-a93b-48f9-aa26-d01cbfd2c273" providerId="ADAL" clId="{66DB6158-1A18-4199-BA6D-06674FF3C921}" dt="2026-07-26T14:13:33.517" v="2388" actId="478"/>
          <ac:spMkLst>
            <pc:docMk/>
            <pc:sldMk cId="1211648863" sldId="274"/>
            <ac:spMk id="4" creationId="{EBE0804E-912A-6477-61C8-139D72ED9987}"/>
          </ac:spMkLst>
        </pc:spChg>
        <pc:spChg chg="add del">
          <ac:chgData name="Swati Mishra" userId="4ecbbe41-a93b-48f9-aa26-d01cbfd2c273" providerId="ADAL" clId="{66DB6158-1A18-4199-BA6D-06674FF3C921}" dt="2026-07-26T14:19:49.432" v="2458" actId="26606"/>
          <ac:spMkLst>
            <pc:docMk/>
            <pc:sldMk cId="1211648863" sldId="274"/>
            <ac:spMk id="10" creationId="{B2ADCE7A-5E56-4C8E-B245-E2EEDA79C7E1}"/>
          </ac:spMkLst>
        </pc:spChg>
        <pc:spChg chg="add del">
          <ac:chgData name="Swati Mishra" userId="4ecbbe41-a93b-48f9-aa26-d01cbfd2c273" providerId="ADAL" clId="{66DB6158-1A18-4199-BA6D-06674FF3C921}" dt="2026-07-26T14:19:49.432" v="2458" actId="26606"/>
          <ac:spMkLst>
            <pc:docMk/>
            <pc:sldMk cId="1211648863" sldId="274"/>
            <ac:spMk id="12" creationId="{027A2F77-6BCE-423F-9C06-5D6A1FFE4EC1}"/>
          </ac:spMkLst>
        </pc:spChg>
        <pc:spChg chg="add del">
          <ac:chgData name="Swati Mishra" userId="4ecbbe41-a93b-48f9-aa26-d01cbfd2c273" providerId="ADAL" clId="{66DB6158-1A18-4199-BA6D-06674FF3C921}" dt="2026-07-26T14:19:49.432" v="2458" actId="26606"/>
          <ac:spMkLst>
            <pc:docMk/>
            <pc:sldMk cId="1211648863" sldId="274"/>
            <ac:spMk id="14" creationId="{20CB201F-BC0A-4D22-B7C7-230F82F61B93}"/>
          </ac:spMkLst>
        </pc:spChg>
        <pc:spChg chg="add del">
          <ac:chgData name="Swati Mishra" userId="4ecbbe41-a93b-48f9-aa26-d01cbfd2c273" providerId="ADAL" clId="{66DB6158-1A18-4199-BA6D-06674FF3C921}" dt="2026-07-26T14:19:51.874" v="2461" actId="26606"/>
          <ac:spMkLst>
            <pc:docMk/>
            <pc:sldMk cId="1211648863" sldId="274"/>
            <ac:spMk id="16" creationId="{96A777D5-8609-4912-93B5-481B46BF8AB3}"/>
          </ac:spMkLst>
        </pc:spChg>
        <pc:spChg chg="add del">
          <ac:chgData name="Swati Mishra" userId="4ecbbe41-a93b-48f9-aa26-d01cbfd2c273" providerId="ADAL" clId="{66DB6158-1A18-4199-BA6D-06674FF3C921}" dt="2026-07-26T14:19:51.874" v="2461" actId="26606"/>
          <ac:spMkLst>
            <pc:docMk/>
            <pc:sldMk cId="1211648863" sldId="274"/>
            <ac:spMk id="17" creationId="{67716BD9-62E5-4BC7-A28D-D0453343FDA1}"/>
          </ac:spMkLst>
        </pc:spChg>
        <pc:spChg chg="add del">
          <ac:chgData name="Swati Mishra" userId="4ecbbe41-a93b-48f9-aa26-d01cbfd2c273" providerId="ADAL" clId="{66DB6158-1A18-4199-BA6D-06674FF3C921}" dt="2026-07-26T14:19:53.747" v="2463" actId="26606"/>
          <ac:spMkLst>
            <pc:docMk/>
            <pc:sldMk cId="1211648863" sldId="274"/>
            <ac:spMk id="19" creationId="{B2ADCE7A-5E56-4C8E-B245-E2EEDA79C7E1}"/>
          </ac:spMkLst>
        </pc:spChg>
        <pc:spChg chg="add del">
          <ac:chgData name="Swati Mishra" userId="4ecbbe41-a93b-48f9-aa26-d01cbfd2c273" providerId="ADAL" clId="{66DB6158-1A18-4199-BA6D-06674FF3C921}" dt="2026-07-26T14:19:53.747" v="2463" actId="26606"/>
          <ac:spMkLst>
            <pc:docMk/>
            <pc:sldMk cId="1211648863" sldId="274"/>
            <ac:spMk id="20" creationId="{027A2F77-6BCE-423F-9C06-5D6A1FFE4EC1}"/>
          </ac:spMkLst>
        </pc:spChg>
        <pc:spChg chg="add del">
          <ac:chgData name="Swati Mishra" userId="4ecbbe41-a93b-48f9-aa26-d01cbfd2c273" providerId="ADAL" clId="{66DB6158-1A18-4199-BA6D-06674FF3C921}" dt="2026-07-26T14:19:53.747" v="2463" actId="26606"/>
          <ac:spMkLst>
            <pc:docMk/>
            <pc:sldMk cId="1211648863" sldId="274"/>
            <ac:spMk id="21" creationId="{20CB201F-BC0A-4D22-B7C7-230F82F61B93}"/>
          </ac:spMkLst>
        </pc:spChg>
        <pc:picChg chg="add mod">
          <ac:chgData name="Swati Mishra" userId="4ecbbe41-a93b-48f9-aa26-d01cbfd2c273" providerId="ADAL" clId="{66DB6158-1A18-4199-BA6D-06674FF3C921}" dt="2026-07-26T14:19:55.268" v="2465" actId="26606"/>
          <ac:picMkLst>
            <pc:docMk/>
            <pc:sldMk cId="1211648863" sldId="274"/>
            <ac:picMk id="5" creationId="{9831C7F6-4335-062F-CF40-075C553B4D1C}"/>
          </ac:picMkLst>
        </pc:picChg>
        <pc:picChg chg="add del mod">
          <ac:chgData name="Swati Mishra" userId="4ecbbe41-a93b-48f9-aa26-d01cbfd2c273" providerId="ADAL" clId="{66DB6158-1A18-4199-BA6D-06674FF3C921}" dt="2026-07-26T14:19:41.661" v="2456" actId="478"/>
          <ac:picMkLst>
            <pc:docMk/>
            <pc:sldMk cId="1211648863" sldId="274"/>
            <ac:picMk id="7" creationId="{F7FA20A9-069A-5C35-51BD-41F192CA4B6C}"/>
          </ac:picMkLst>
        </pc:picChg>
      </pc:sldChg>
      <pc:sldChg chg="addSp delSp modSp new mod setBg setClrOvrMap delDesignElem">
        <pc:chgData name="Swati Mishra" userId="4ecbbe41-a93b-48f9-aa26-d01cbfd2c273" providerId="ADAL" clId="{66DB6158-1A18-4199-BA6D-06674FF3C921}" dt="2026-07-25T21:55:52.323" v="1832"/>
        <pc:sldMkLst>
          <pc:docMk/>
          <pc:sldMk cId="1331978405" sldId="275"/>
        </pc:sldMkLst>
        <pc:spChg chg="del">
          <ac:chgData name="Swati Mishra" userId="4ecbbe41-a93b-48f9-aa26-d01cbfd2c273" providerId="ADAL" clId="{66DB6158-1A18-4199-BA6D-06674FF3C921}" dt="2026-07-25T21:52:01.966" v="1688" actId="478"/>
          <ac:spMkLst>
            <pc:docMk/>
            <pc:sldMk cId="1331978405" sldId="275"/>
            <ac:spMk id="2" creationId="{164DA655-0CE5-5385-C99A-04101C9E04FB}"/>
          </ac:spMkLst>
        </pc:spChg>
        <pc:spChg chg="mod">
          <ac:chgData name="Swati Mishra" userId="4ecbbe41-a93b-48f9-aa26-d01cbfd2c273" providerId="ADAL" clId="{66DB6158-1A18-4199-BA6D-06674FF3C921}" dt="2026-07-25T21:53:28.532" v="1723" actId="255"/>
          <ac:spMkLst>
            <pc:docMk/>
            <pc:sldMk cId="1331978405" sldId="275"/>
            <ac:spMk id="3" creationId="{A5625440-9A70-C392-CD27-217D0FD4E33E}"/>
          </ac:spMkLst>
        </pc:spChg>
        <pc:spChg chg="add del">
          <ac:chgData name="Swati Mishra" userId="4ecbbe41-a93b-48f9-aa26-d01cbfd2c273" providerId="ADAL" clId="{66DB6158-1A18-4199-BA6D-06674FF3C921}" dt="2026-07-25T21:53:04.055" v="1706" actId="26606"/>
          <ac:spMkLst>
            <pc:docMk/>
            <pc:sldMk cId="1331978405" sldId="275"/>
            <ac:spMk id="8" creationId="{BC052280-388E-4151-A1EB-5236D4FCCA28}"/>
          </ac:spMkLst>
        </pc:spChg>
        <pc:spChg chg="add del">
          <ac:chgData name="Swati Mishra" userId="4ecbbe41-a93b-48f9-aa26-d01cbfd2c273" providerId="ADAL" clId="{66DB6158-1A18-4199-BA6D-06674FF3C921}" dt="2026-07-25T21:53:03.245" v="1704" actId="26606"/>
          <ac:spMkLst>
            <pc:docMk/>
            <pc:sldMk cId="1331978405" sldId="275"/>
            <ac:spMk id="9" creationId="{4DE0D6BE-330A-422D-9BD9-1E18F73C6E1E}"/>
          </ac:spMkLst>
        </pc:spChg>
        <pc:spChg chg="add del">
          <ac:chgData name="Swati Mishra" userId="4ecbbe41-a93b-48f9-aa26-d01cbfd2c273" providerId="ADAL" clId="{66DB6158-1A18-4199-BA6D-06674FF3C921}" dt="2026-07-25T21:53:05.618" v="1708" actId="26606"/>
          <ac:spMkLst>
            <pc:docMk/>
            <pc:sldMk cId="1331978405" sldId="275"/>
            <ac:spMk id="12" creationId="{3BFBA67F-0D4D-4C2E-A1D7-82D080A4B3AD}"/>
          </ac:spMkLst>
        </pc:spChg>
        <pc:spChg chg="add del">
          <ac:chgData name="Swati Mishra" userId="4ecbbe41-a93b-48f9-aa26-d01cbfd2c273" providerId="ADAL" clId="{66DB6158-1A18-4199-BA6D-06674FF3C921}" dt="2026-07-25T21:53:05.618" v="1708" actId="26606"/>
          <ac:spMkLst>
            <pc:docMk/>
            <pc:sldMk cId="1331978405" sldId="275"/>
            <ac:spMk id="13" creationId="{EFA2AC96-1E47-421C-A03F-F98E354EB4E6}"/>
          </ac:spMkLst>
        </pc:spChg>
        <pc:spChg chg="add del">
          <ac:chgData name="Swati Mishra" userId="4ecbbe41-a93b-48f9-aa26-d01cbfd2c273" providerId="ADAL" clId="{66DB6158-1A18-4199-BA6D-06674FF3C921}" dt="2026-07-25T21:53:05.998" v="1710" actId="26606"/>
          <ac:spMkLst>
            <pc:docMk/>
            <pc:sldMk cId="1331978405" sldId="275"/>
            <ac:spMk id="15" creationId="{8B996A54-0CDD-4A46-B3D2-02F43219A757}"/>
          </ac:spMkLst>
        </pc:spChg>
        <pc:spChg chg="add del">
          <ac:chgData name="Swati Mishra" userId="4ecbbe41-a93b-48f9-aa26-d01cbfd2c273" providerId="ADAL" clId="{66DB6158-1A18-4199-BA6D-06674FF3C921}" dt="2026-07-25T21:53:05.998" v="1710" actId="26606"/>
          <ac:spMkLst>
            <pc:docMk/>
            <pc:sldMk cId="1331978405" sldId="275"/>
            <ac:spMk id="16" creationId="{06F0BB8C-8C08-44AD-9EBB-B43BE66A5B36}"/>
          </ac:spMkLst>
        </pc:spChg>
        <pc:spChg chg="add del">
          <ac:chgData name="Swati Mishra" userId="4ecbbe41-a93b-48f9-aa26-d01cbfd2c273" providerId="ADAL" clId="{66DB6158-1A18-4199-BA6D-06674FF3C921}" dt="2026-07-25T21:53:22.159" v="1722" actId="26606"/>
          <ac:spMkLst>
            <pc:docMk/>
            <pc:sldMk cId="1331978405" sldId="275"/>
            <ac:spMk id="18" creationId="{1614B3CA-90F3-4EDF-BC5F-C8B35F4CD790}"/>
          </ac:spMkLst>
        </pc:spChg>
        <pc:spChg chg="add del">
          <ac:chgData name="Swati Mishra" userId="4ecbbe41-a93b-48f9-aa26-d01cbfd2c273" providerId="ADAL" clId="{66DB6158-1A18-4199-BA6D-06674FF3C921}" dt="2026-07-25T21:53:11.777" v="1713" actId="26606"/>
          <ac:spMkLst>
            <pc:docMk/>
            <pc:sldMk cId="1331978405" sldId="275"/>
            <ac:spMk id="23" creationId="{1614B3CA-90F3-4EDF-BC5F-C8B35F4CD790}"/>
          </ac:spMkLst>
        </pc:spChg>
        <pc:spChg chg="add del">
          <ac:chgData name="Swati Mishra" userId="4ecbbe41-a93b-48f9-aa26-d01cbfd2c273" providerId="ADAL" clId="{66DB6158-1A18-4199-BA6D-06674FF3C921}" dt="2026-07-25T21:53:15.223" v="1719" actId="26606"/>
          <ac:spMkLst>
            <pc:docMk/>
            <pc:sldMk cId="1331978405" sldId="275"/>
            <ac:spMk id="25" creationId="{EFA2AC96-1E47-421C-A03F-F98E354EB4E6}"/>
          </ac:spMkLst>
        </pc:spChg>
        <pc:spChg chg="add del">
          <ac:chgData name="Swati Mishra" userId="4ecbbe41-a93b-48f9-aa26-d01cbfd2c273" providerId="ADAL" clId="{66DB6158-1A18-4199-BA6D-06674FF3C921}" dt="2026-07-25T21:53:15.223" v="1719" actId="26606"/>
          <ac:spMkLst>
            <pc:docMk/>
            <pc:sldMk cId="1331978405" sldId="275"/>
            <ac:spMk id="26" creationId="{3BFBA67F-0D4D-4C2E-A1D7-82D080A4B3AD}"/>
          </ac:spMkLst>
        </pc:spChg>
        <pc:spChg chg="add del">
          <ac:chgData name="Swati Mishra" userId="4ecbbe41-a93b-48f9-aa26-d01cbfd2c273" providerId="ADAL" clId="{66DB6158-1A18-4199-BA6D-06674FF3C921}" dt="2026-07-25T21:53:22.148" v="1721" actId="26606"/>
          <ac:spMkLst>
            <pc:docMk/>
            <pc:sldMk cId="1331978405" sldId="275"/>
            <ac:spMk id="28" creationId="{8B996A54-0CDD-4A46-B3D2-02F43219A757}"/>
          </ac:spMkLst>
        </pc:spChg>
        <pc:spChg chg="add del">
          <ac:chgData name="Swati Mishra" userId="4ecbbe41-a93b-48f9-aa26-d01cbfd2c273" providerId="ADAL" clId="{66DB6158-1A18-4199-BA6D-06674FF3C921}" dt="2026-07-25T21:53:22.148" v="1721" actId="26606"/>
          <ac:spMkLst>
            <pc:docMk/>
            <pc:sldMk cId="1331978405" sldId="275"/>
            <ac:spMk id="29" creationId="{06F0BB8C-8C08-44AD-9EBB-B43BE66A5B36}"/>
          </ac:spMkLst>
        </pc:spChg>
        <pc:spChg chg="add del">
          <ac:chgData name="Swati Mishra" userId="4ecbbe41-a93b-48f9-aa26-d01cbfd2c273" providerId="ADAL" clId="{66DB6158-1A18-4199-BA6D-06674FF3C921}" dt="2026-07-25T21:55:52.323" v="1832"/>
          <ac:spMkLst>
            <pc:docMk/>
            <pc:sldMk cId="1331978405" sldId="275"/>
            <ac:spMk id="31" creationId="{570F171F-BF9B-48C5-9DC7-FFF9CF4DD093}"/>
          </ac:spMkLst>
        </pc:spChg>
        <pc:picChg chg="add del">
          <ac:chgData name="Swati Mishra" userId="4ecbbe41-a93b-48f9-aa26-d01cbfd2c273" providerId="ADAL" clId="{66DB6158-1A18-4199-BA6D-06674FF3C921}" dt="2026-07-25T21:53:03.245" v="1704" actId="26606"/>
          <ac:picMkLst>
            <pc:docMk/>
            <pc:sldMk cId="1331978405" sldId="275"/>
            <ac:picMk id="5" creationId="{886F26F8-D69A-573F-F395-E6866090B745}"/>
          </ac:picMkLst>
        </pc:picChg>
        <pc:picChg chg="add del">
          <ac:chgData name="Swati Mishra" userId="4ecbbe41-a93b-48f9-aa26-d01cbfd2c273" providerId="ADAL" clId="{66DB6158-1A18-4199-BA6D-06674FF3C921}" dt="2026-07-25T21:53:12.805" v="1715" actId="26606"/>
          <ac:picMkLst>
            <pc:docMk/>
            <pc:sldMk cId="1331978405" sldId="275"/>
            <ac:picMk id="22" creationId="{9468BACB-BD49-7ABA-EC18-0F91FDDC4200}"/>
          </ac:picMkLst>
        </pc:picChg>
        <pc:picChg chg="add del">
          <ac:chgData name="Swati Mishra" userId="4ecbbe41-a93b-48f9-aa26-d01cbfd2c273" providerId="ADAL" clId="{66DB6158-1A18-4199-BA6D-06674FF3C921}" dt="2026-07-25T21:53:14.062" v="1717" actId="26606"/>
          <ac:picMkLst>
            <pc:docMk/>
            <pc:sldMk cId="1331978405" sldId="275"/>
            <ac:picMk id="24" creationId="{84BB4B9A-AEEC-DC06-CC3B-84A7F27F0FBD}"/>
          </ac:picMkLst>
        </pc:picChg>
        <pc:cxnChg chg="add del">
          <ac:chgData name="Swati Mishra" userId="4ecbbe41-a93b-48f9-aa26-d01cbfd2c273" providerId="ADAL" clId="{66DB6158-1A18-4199-BA6D-06674FF3C921}" dt="2026-07-25T21:53:04.055" v="1706" actId="26606"/>
          <ac:cxnSpMkLst>
            <pc:docMk/>
            <pc:sldMk cId="1331978405" sldId="275"/>
            <ac:cxnSpMk id="10" creationId="{744251C3-E720-4363-8AF0-20AD319374F0}"/>
          </ac:cxnSpMkLst>
        </pc:cxnChg>
        <pc:cxnChg chg="add del">
          <ac:chgData name="Swati Mishra" userId="4ecbbe41-a93b-48f9-aa26-d01cbfd2c273" providerId="ADAL" clId="{66DB6158-1A18-4199-BA6D-06674FF3C921}" dt="2026-07-25T21:55:52.323" v="1832"/>
          <ac:cxnSpMkLst>
            <pc:docMk/>
            <pc:sldMk cId="1331978405" sldId="275"/>
            <ac:cxnSpMk id="32" creationId="{69E8FF8A-7BA5-48E8-AA6E-85EC29AFDA91}"/>
          </ac:cxnSpMkLst>
        </pc:cxnChg>
      </pc:sldChg>
      <pc:sldChg chg="addSp delSp modSp new mod setBg">
        <pc:chgData name="Swati Mishra" userId="4ecbbe41-a93b-48f9-aa26-d01cbfd2c273" providerId="ADAL" clId="{66DB6158-1A18-4199-BA6D-06674FF3C921}" dt="2026-07-26T15:45:08.933" v="2481" actId="20577"/>
        <pc:sldMkLst>
          <pc:docMk/>
          <pc:sldMk cId="1438600951" sldId="276"/>
        </pc:sldMkLst>
        <pc:spChg chg="mod">
          <ac:chgData name="Swati Mishra" userId="4ecbbe41-a93b-48f9-aa26-d01cbfd2c273" providerId="ADAL" clId="{66DB6158-1A18-4199-BA6D-06674FF3C921}" dt="2026-07-25T21:55:52.323" v="1832"/>
          <ac:spMkLst>
            <pc:docMk/>
            <pc:sldMk cId="1438600951" sldId="276"/>
            <ac:spMk id="2" creationId="{BD738AA7-C0C0-3903-F980-511199370295}"/>
          </ac:spMkLst>
        </pc:spChg>
        <pc:spChg chg="add del mod">
          <ac:chgData name="Swati Mishra" userId="4ecbbe41-a93b-48f9-aa26-d01cbfd2c273" providerId="ADAL" clId="{66DB6158-1A18-4199-BA6D-06674FF3C921}" dt="2026-07-25T21:55:10.403" v="1787" actId="26606"/>
          <ac:spMkLst>
            <pc:docMk/>
            <pc:sldMk cId="1438600951" sldId="276"/>
            <ac:spMk id="3" creationId="{094829BE-2427-DF9C-2B0F-860F47847771}"/>
          </ac:spMkLst>
        </pc:spChg>
        <pc:spChg chg="add del">
          <ac:chgData name="Swati Mishra" userId="4ecbbe41-a93b-48f9-aa26-d01cbfd2c273" providerId="ADAL" clId="{66DB6158-1A18-4199-BA6D-06674FF3C921}" dt="2026-07-25T21:55:10.302" v="1786" actId="26606"/>
          <ac:spMkLst>
            <pc:docMk/>
            <pc:sldMk cId="1438600951" sldId="276"/>
            <ac:spMk id="9" creationId="{EFA2AC96-1E47-421C-A03F-F98E354EB4E6}"/>
          </ac:spMkLst>
        </pc:spChg>
        <pc:spChg chg="add">
          <ac:chgData name="Swati Mishra" userId="4ecbbe41-a93b-48f9-aa26-d01cbfd2c273" providerId="ADAL" clId="{66DB6158-1A18-4199-BA6D-06674FF3C921}" dt="2026-07-26T15:45:02.591" v="2480" actId="26606"/>
          <ac:spMkLst>
            <pc:docMk/>
            <pc:sldMk cId="1438600951" sldId="276"/>
            <ac:spMk id="16" creationId="{EFA2AC96-1E47-421C-A03F-F98E354EB4E6}"/>
          </ac:spMkLst>
        </pc:spChg>
        <pc:graphicFrameChg chg="add del">
          <ac:chgData name="Swati Mishra" userId="4ecbbe41-a93b-48f9-aa26-d01cbfd2c273" providerId="ADAL" clId="{66DB6158-1A18-4199-BA6D-06674FF3C921}" dt="2026-07-25T21:55:10.302" v="1786" actId="26606"/>
          <ac:graphicFrameMkLst>
            <pc:docMk/>
            <pc:sldMk cId="1438600951" sldId="276"/>
            <ac:graphicFrameMk id="5" creationId="{6C29D26D-C22E-54E3-55CB-337D61579B73}"/>
          </ac:graphicFrameMkLst>
        </pc:graphicFrameChg>
        <pc:graphicFrameChg chg="add mod modGraphic">
          <ac:chgData name="Swati Mishra" userId="4ecbbe41-a93b-48f9-aa26-d01cbfd2c273" providerId="ADAL" clId="{66DB6158-1A18-4199-BA6D-06674FF3C921}" dt="2026-07-26T15:45:08.933" v="2481" actId="20577"/>
          <ac:graphicFrameMkLst>
            <pc:docMk/>
            <pc:sldMk cId="1438600951" sldId="276"/>
            <ac:graphicFrameMk id="11" creationId="{3BAF6974-48F3-3BB5-DD94-211D0D5E0A82}"/>
          </ac:graphicFrameMkLst>
        </pc:graphicFrameChg>
      </pc:sldChg>
      <pc:sldChg chg="addSp delSp modSp add mod setBg">
        <pc:chgData name="Swati Mishra" userId="4ecbbe41-a93b-48f9-aa26-d01cbfd2c273" providerId="ADAL" clId="{66DB6158-1A18-4199-BA6D-06674FF3C921}" dt="2026-07-25T23:44:02.702" v="2296" actId="208"/>
        <pc:sldMkLst>
          <pc:docMk/>
          <pc:sldMk cId="3397407952" sldId="277"/>
        </pc:sldMkLst>
        <pc:spChg chg="mod">
          <ac:chgData name="Swati Mishra" userId="4ecbbe41-a93b-48f9-aa26-d01cbfd2c273" providerId="ADAL" clId="{66DB6158-1A18-4199-BA6D-06674FF3C921}" dt="2026-07-25T23:43:48.034" v="2293" actId="26606"/>
          <ac:spMkLst>
            <pc:docMk/>
            <pc:sldMk cId="3397407952" sldId="277"/>
            <ac:spMk id="2" creationId="{AA250E16-DFEC-8355-5034-1D6F3D9CD7DB}"/>
          </ac:spMkLst>
        </pc:spChg>
        <pc:picChg chg="del">
          <ac:chgData name="Swati Mishra" userId="4ecbbe41-a93b-48f9-aa26-d01cbfd2c273" providerId="ADAL" clId="{66DB6158-1A18-4199-BA6D-06674FF3C921}" dt="2026-07-25T23:43:34.708" v="2277" actId="478"/>
          <ac:picMkLst>
            <pc:docMk/>
            <pc:sldMk cId="3397407952" sldId="277"/>
            <ac:picMk id="5" creationId="{FE445264-E62E-5C8A-0566-BAC4CF444A99}"/>
          </ac:picMkLst>
        </pc:picChg>
        <pc:picChg chg="add mod">
          <ac:chgData name="Swati Mishra" userId="4ecbbe41-a93b-48f9-aa26-d01cbfd2c273" providerId="ADAL" clId="{66DB6158-1A18-4199-BA6D-06674FF3C921}" dt="2026-07-25T23:44:02.702" v="2296" actId="208"/>
          <ac:picMkLst>
            <pc:docMk/>
            <pc:sldMk cId="3397407952" sldId="277"/>
            <ac:picMk id="6" creationId="{7E0EF14F-B64F-A616-8BD1-F4AAA23E7CBE}"/>
          </ac:picMkLst>
        </pc:picChg>
        <pc:picChg chg="del">
          <ac:chgData name="Swati Mishra" userId="4ecbbe41-a93b-48f9-aa26-d01cbfd2c273" providerId="ADAL" clId="{66DB6158-1A18-4199-BA6D-06674FF3C921}" dt="2026-07-25T23:43:33.334" v="2276" actId="478"/>
          <ac:picMkLst>
            <pc:docMk/>
            <pc:sldMk cId="3397407952" sldId="277"/>
            <ac:picMk id="7" creationId="{23DAD47B-AD3F-EA96-E8D1-6FF0B998391B}"/>
          </ac:picMkLst>
        </pc:picChg>
      </pc:sldChg>
      <pc:sldChg chg="addSp delSp modSp new mod setBg">
        <pc:chgData name="Swati Mishra" userId="4ecbbe41-a93b-48f9-aa26-d01cbfd2c273" providerId="ADAL" clId="{66DB6158-1A18-4199-BA6D-06674FF3C921}" dt="2026-07-26T13:34:00.607" v="2348" actId="14100"/>
        <pc:sldMkLst>
          <pc:docMk/>
          <pc:sldMk cId="4117573305" sldId="278"/>
        </pc:sldMkLst>
        <pc:spChg chg="mod">
          <ac:chgData name="Swati Mishra" userId="4ecbbe41-a93b-48f9-aa26-d01cbfd2c273" providerId="ADAL" clId="{66DB6158-1A18-4199-BA6D-06674FF3C921}" dt="2026-07-26T13:33:31.320" v="2342" actId="14100"/>
          <ac:spMkLst>
            <pc:docMk/>
            <pc:sldMk cId="4117573305" sldId="278"/>
            <ac:spMk id="2" creationId="{68112A1F-0B24-FAE7-69E0-1FBAD0CBB90A}"/>
          </ac:spMkLst>
        </pc:spChg>
        <pc:spChg chg="del">
          <ac:chgData name="Swati Mishra" userId="4ecbbe41-a93b-48f9-aa26-d01cbfd2c273" providerId="ADAL" clId="{66DB6158-1A18-4199-BA6D-06674FF3C921}" dt="2026-07-26T13:32:38.280" v="2312" actId="478"/>
          <ac:spMkLst>
            <pc:docMk/>
            <pc:sldMk cId="4117573305" sldId="278"/>
            <ac:spMk id="3" creationId="{2E0A97A0-702E-236F-5578-F27C9D1BF7CF}"/>
          </ac:spMkLst>
        </pc:spChg>
        <pc:spChg chg="add del">
          <ac:chgData name="Swati Mishra" userId="4ecbbe41-a93b-48f9-aa26-d01cbfd2c273" providerId="ADAL" clId="{66DB6158-1A18-4199-BA6D-06674FF3C921}" dt="2026-07-26T13:32:40.090" v="2315" actId="22"/>
          <ac:spMkLst>
            <pc:docMk/>
            <pc:sldMk cId="4117573305" sldId="278"/>
            <ac:spMk id="5" creationId="{69A0F2DE-BC5E-C516-08CA-70B22B728ADD}"/>
          </ac:spMkLst>
        </pc:spChg>
        <pc:spChg chg="add">
          <ac:chgData name="Swati Mishra" userId="4ecbbe41-a93b-48f9-aa26-d01cbfd2c273" providerId="ADAL" clId="{66DB6158-1A18-4199-BA6D-06674FF3C921}" dt="2026-07-26T13:33:08.361" v="2318" actId="26606"/>
          <ac:spMkLst>
            <pc:docMk/>
            <pc:sldMk cId="4117573305" sldId="278"/>
            <ac:spMk id="12" creationId="{5BC51F77-AE74-4F38-B1DC-29475E38CABD}"/>
          </ac:spMkLst>
        </pc:spChg>
        <pc:spChg chg="add">
          <ac:chgData name="Swati Mishra" userId="4ecbbe41-a93b-48f9-aa26-d01cbfd2c273" providerId="ADAL" clId="{66DB6158-1A18-4199-BA6D-06674FF3C921}" dt="2026-07-26T13:33:08.361" v="2318" actId="26606"/>
          <ac:spMkLst>
            <pc:docMk/>
            <pc:sldMk cId="4117573305" sldId="278"/>
            <ac:spMk id="14" creationId="{FCE87B8C-E5AA-4044-AB91-DDA3084BE456}"/>
          </ac:spMkLst>
        </pc:spChg>
        <pc:picChg chg="add mod">
          <ac:chgData name="Swati Mishra" userId="4ecbbe41-a93b-48f9-aa26-d01cbfd2c273" providerId="ADAL" clId="{66DB6158-1A18-4199-BA6D-06674FF3C921}" dt="2026-07-26T13:34:00.607" v="2348" actId="14100"/>
          <ac:picMkLst>
            <pc:docMk/>
            <pc:sldMk cId="4117573305" sldId="278"/>
            <ac:picMk id="7" creationId="{9B3E4506-F92C-A1DA-EF8D-9BF6C925BE26}"/>
          </ac:picMkLst>
        </pc:picChg>
      </pc:sldChg>
      <pc:sldChg chg="addSp delSp modSp new mod setBg addAnim delAnim">
        <pc:chgData name="Swati Mishra" userId="4ecbbe41-a93b-48f9-aa26-d01cbfd2c273" providerId="ADAL" clId="{66DB6158-1A18-4199-BA6D-06674FF3C921}" dt="2026-07-26T14:14:48.543" v="2409" actId="20577"/>
        <pc:sldMkLst>
          <pc:docMk/>
          <pc:sldMk cId="750845343" sldId="279"/>
        </pc:sldMkLst>
        <pc:spChg chg="mod">
          <ac:chgData name="Swati Mishra" userId="4ecbbe41-a93b-48f9-aa26-d01cbfd2c273" providerId="ADAL" clId="{66DB6158-1A18-4199-BA6D-06674FF3C921}" dt="2026-07-26T14:14:48.543" v="2409" actId="20577"/>
          <ac:spMkLst>
            <pc:docMk/>
            <pc:sldMk cId="750845343" sldId="279"/>
            <ac:spMk id="2" creationId="{815E4D83-628A-0C5A-C685-CAFD9C4F6FDC}"/>
          </ac:spMkLst>
        </pc:spChg>
        <pc:spChg chg="del">
          <ac:chgData name="Swati Mishra" userId="4ecbbe41-a93b-48f9-aa26-d01cbfd2c273" providerId="ADAL" clId="{66DB6158-1A18-4199-BA6D-06674FF3C921}" dt="2026-07-26T14:14:36.519" v="2396" actId="478"/>
          <ac:spMkLst>
            <pc:docMk/>
            <pc:sldMk cId="750845343" sldId="279"/>
            <ac:spMk id="3" creationId="{8F82DF9A-DADB-638F-709D-987CF1293B00}"/>
          </ac:spMkLst>
        </pc:spChg>
        <pc:spChg chg="add del">
          <ac:chgData name="Swati Mishra" userId="4ecbbe41-a93b-48f9-aa26-d01cbfd2c273" providerId="ADAL" clId="{66DB6158-1A18-4199-BA6D-06674FF3C921}" dt="2026-07-26T14:14:41.613" v="2399" actId="26606"/>
          <ac:spMkLst>
            <pc:docMk/>
            <pc:sldMk cId="750845343" sldId="279"/>
            <ac:spMk id="8" creationId="{BD1CAB03-F6A4-4736-85F6-261056424D9D}"/>
          </ac:spMkLst>
        </pc:spChg>
        <pc:spChg chg="add del">
          <ac:chgData name="Swati Mishra" userId="4ecbbe41-a93b-48f9-aa26-d01cbfd2c273" providerId="ADAL" clId="{66DB6158-1A18-4199-BA6D-06674FF3C921}" dt="2026-07-26T14:14:41.613" v="2399" actId="26606"/>
          <ac:spMkLst>
            <pc:docMk/>
            <pc:sldMk cId="750845343" sldId="279"/>
            <ac:spMk id="10" creationId="{3E2321B3-5D47-422E-8DD6-192DA485FF63}"/>
          </ac:spMkLst>
        </pc:spChg>
        <pc:spChg chg="add">
          <ac:chgData name="Swati Mishra" userId="4ecbbe41-a93b-48f9-aa26-d01cbfd2c273" providerId="ADAL" clId="{66DB6158-1A18-4199-BA6D-06674FF3C921}" dt="2026-07-26T14:14:41.703" v="2400" actId="26606"/>
          <ac:spMkLst>
            <pc:docMk/>
            <pc:sldMk cId="750845343" sldId="279"/>
            <ac:spMk id="13" creationId="{FC23C8D4-BD3D-4473-B3D0-89011586BE82}"/>
          </ac:spMkLst>
        </pc:spChg>
        <pc:picChg chg="add del">
          <ac:chgData name="Swati Mishra" userId="4ecbbe41-a93b-48f9-aa26-d01cbfd2c273" providerId="ADAL" clId="{66DB6158-1A18-4199-BA6D-06674FF3C921}" dt="2026-07-26T14:14:41.613" v="2399" actId="26606"/>
          <ac:picMkLst>
            <pc:docMk/>
            <pc:sldMk cId="750845343" sldId="279"/>
            <ac:picMk id="4" creationId="{D0945CD6-5A2E-F6DA-3894-44A6AAF94C86}"/>
          </ac:picMkLst>
        </pc:picChg>
        <pc:picChg chg="add">
          <ac:chgData name="Swati Mishra" userId="4ecbbe41-a93b-48f9-aa26-d01cbfd2c273" providerId="ADAL" clId="{66DB6158-1A18-4199-BA6D-06674FF3C921}" dt="2026-07-26T14:14:41.703" v="2400" actId="26606"/>
          <ac:picMkLst>
            <pc:docMk/>
            <pc:sldMk cId="750845343" sldId="279"/>
            <ac:picMk id="12" creationId="{B16C83E6-DF67-D96D-5BD4-705DBE29D9A6}"/>
          </ac:picMkLst>
        </pc:picChg>
      </pc:sldChg>
      <pc:sldChg chg="delSp modSp add mod">
        <pc:chgData name="Swati Mishra" userId="4ecbbe41-a93b-48f9-aa26-d01cbfd2c273" providerId="ADAL" clId="{66DB6158-1A18-4199-BA6D-06674FF3C921}" dt="2026-07-26T14:20:08.788" v="2468" actId="20577"/>
        <pc:sldMkLst>
          <pc:docMk/>
          <pc:sldMk cId="3302044455" sldId="280"/>
        </pc:sldMkLst>
        <pc:spChg chg="mod">
          <ac:chgData name="Swati Mishra" userId="4ecbbe41-a93b-48f9-aa26-d01cbfd2c273" providerId="ADAL" clId="{66DB6158-1A18-4199-BA6D-06674FF3C921}" dt="2026-07-26T14:20:08.788" v="2468" actId="20577"/>
          <ac:spMkLst>
            <pc:docMk/>
            <pc:sldMk cId="3302044455" sldId="280"/>
            <ac:spMk id="2" creationId="{632B1FE2-2022-179E-987B-DEA298875ABF}"/>
          </ac:spMkLst>
        </pc:spChg>
        <pc:picChg chg="del">
          <ac:chgData name="Swati Mishra" userId="4ecbbe41-a93b-48f9-aa26-d01cbfd2c273" providerId="ADAL" clId="{66DB6158-1A18-4199-BA6D-06674FF3C921}" dt="2026-07-26T14:18:52.351" v="2445" actId="478"/>
          <ac:picMkLst>
            <pc:docMk/>
            <pc:sldMk cId="3302044455" sldId="280"/>
            <ac:picMk id="5" creationId="{BC031330-EA71-CBA6-FF1B-DCF1B38583F2}"/>
          </ac:picMkLst>
        </pc:picChg>
        <pc:picChg chg="mod modCrop">
          <ac:chgData name="Swati Mishra" userId="4ecbbe41-a93b-48f9-aa26-d01cbfd2c273" providerId="ADAL" clId="{66DB6158-1A18-4199-BA6D-06674FF3C921}" dt="2026-07-26T14:19:39.111" v="2455" actId="14100"/>
          <ac:picMkLst>
            <pc:docMk/>
            <pc:sldMk cId="3302044455" sldId="280"/>
            <ac:picMk id="7" creationId="{67BAE453-4D1D-9F81-8703-6AFAB2909C22}"/>
          </ac:picMkLst>
        </pc:picChg>
      </pc:sldChg>
      <pc:sldMasterChg chg="add del addSldLayout delSldLayout">
        <pc:chgData name="Swati Mishra" userId="4ecbbe41-a93b-48f9-aa26-d01cbfd2c273" providerId="ADAL" clId="{66DB6158-1A18-4199-BA6D-06674FF3C921}" dt="2026-07-25T18:25:13.984" v="17" actId="26606"/>
        <pc:sldMasterMkLst>
          <pc:docMk/>
          <pc:sldMasterMk cId="2630229451" sldId="2147483648"/>
        </pc:sldMasterMkLst>
        <pc:sldLayoutChg chg="add del">
          <pc:chgData name="Swati Mishra" userId="4ecbbe41-a93b-48f9-aa26-d01cbfd2c273" providerId="ADAL" clId="{66DB6158-1A18-4199-BA6D-06674FF3C921}" dt="2026-07-25T18:25:13.984" v="17" actId="26606"/>
          <pc:sldLayoutMkLst>
            <pc:docMk/>
            <pc:sldMasterMk cId="2630229451" sldId="2147483648"/>
            <pc:sldLayoutMk cId="1731463806" sldId="2147483649"/>
          </pc:sldLayoutMkLst>
        </pc:sldLayoutChg>
        <pc:sldLayoutChg chg="add del">
          <pc:chgData name="Swati Mishra" userId="4ecbbe41-a93b-48f9-aa26-d01cbfd2c273" providerId="ADAL" clId="{66DB6158-1A18-4199-BA6D-06674FF3C921}" dt="2026-07-25T18:25:13.984" v="17" actId="26606"/>
          <pc:sldLayoutMkLst>
            <pc:docMk/>
            <pc:sldMasterMk cId="2630229451" sldId="2147483648"/>
            <pc:sldLayoutMk cId="592732783" sldId="2147483650"/>
          </pc:sldLayoutMkLst>
        </pc:sldLayoutChg>
        <pc:sldLayoutChg chg="add del">
          <pc:chgData name="Swati Mishra" userId="4ecbbe41-a93b-48f9-aa26-d01cbfd2c273" providerId="ADAL" clId="{66DB6158-1A18-4199-BA6D-06674FF3C921}" dt="2026-07-25T18:25:13.984" v="17" actId="26606"/>
          <pc:sldLayoutMkLst>
            <pc:docMk/>
            <pc:sldMasterMk cId="2630229451" sldId="2147483648"/>
            <pc:sldLayoutMk cId="1698766292" sldId="2147483651"/>
          </pc:sldLayoutMkLst>
        </pc:sldLayoutChg>
        <pc:sldLayoutChg chg="add del">
          <pc:chgData name="Swati Mishra" userId="4ecbbe41-a93b-48f9-aa26-d01cbfd2c273" providerId="ADAL" clId="{66DB6158-1A18-4199-BA6D-06674FF3C921}" dt="2026-07-25T18:25:13.984" v="17" actId="26606"/>
          <pc:sldLayoutMkLst>
            <pc:docMk/>
            <pc:sldMasterMk cId="2630229451" sldId="2147483648"/>
            <pc:sldLayoutMk cId="1348647402" sldId="2147483652"/>
          </pc:sldLayoutMkLst>
        </pc:sldLayoutChg>
        <pc:sldLayoutChg chg="add del">
          <pc:chgData name="Swati Mishra" userId="4ecbbe41-a93b-48f9-aa26-d01cbfd2c273" providerId="ADAL" clId="{66DB6158-1A18-4199-BA6D-06674FF3C921}" dt="2026-07-25T18:25:13.984" v="17" actId="26606"/>
          <pc:sldLayoutMkLst>
            <pc:docMk/>
            <pc:sldMasterMk cId="2630229451" sldId="2147483648"/>
            <pc:sldLayoutMk cId="551847647" sldId="2147483653"/>
          </pc:sldLayoutMkLst>
        </pc:sldLayoutChg>
        <pc:sldLayoutChg chg="add del">
          <pc:chgData name="Swati Mishra" userId="4ecbbe41-a93b-48f9-aa26-d01cbfd2c273" providerId="ADAL" clId="{66DB6158-1A18-4199-BA6D-06674FF3C921}" dt="2026-07-25T18:25:13.984" v="17" actId="26606"/>
          <pc:sldLayoutMkLst>
            <pc:docMk/>
            <pc:sldMasterMk cId="2630229451" sldId="2147483648"/>
            <pc:sldLayoutMk cId="3556294680" sldId="2147483654"/>
          </pc:sldLayoutMkLst>
        </pc:sldLayoutChg>
        <pc:sldLayoutChg chg="add del">
          <pc:chgData name="Swati Mishra" userId="4ecbbe41-a93b-48f9-aa26-d01cbfd2c273" providerId="ADAL" clId="{66DB6158-1A18-4199-BA6D-06674FF3C921}" dt="2026-07-25T18:25:13.984" v="17" actId="26606"/>
          <pc:sldLayoutMkLst>
            <pc:docMk/>
            <pc:sldMasterMk cId="2630229451" sldId="2147483648"/>
            <pc:sldLayoutMk cId="3009453281" sldId="2147483655"/>
          </pc:sldLayoutMkLst>
        </pc:sldLayoutChg>
        <pc:sldLayoutChg chg="add del">
          <pc:chgData name="Swati Mishra" userId="4ecbbe41-a93b-48f9-aa26-d01cbfd2c273" providerId="ADAL" clId="{66DB6158-1A18-4199-BA6D-06674FF3C921}" dt="2026-07-25T18:25:13.984" v="17" actId="26606"/>
          <pc:sldLayoutMkLst>
            <pc:docMk/>
            <pc:sldMasterMk cId="2630229451" sldId="2147483648"/>
            <pc:sldLayoutMk cId="3793559313" sldId="2147483656"/>
          </pc:sldLayoutMkLst>
        </pc:sldLayoutChg>
        <pc:sldLayoutChg chg="add del">
          <pc:chgData name="Swati Mishra" userId="4ecbbe41-a93b-48f9-aa26-d01cbfd2c273" providerId="ADAL" clId="{66DB6158-1A18-4199-BA6D-06674FF3C921}" dt="2026-07-25T18:25:13.984" v="17" actId="26606"/>
          <pc:sldLayoutMkLst>
            <pc:docMk/>
            <pc:sldMasterMk cId="2630229451" sldId="2147483648"/>
            <pc:sldLayoutMk cId="3642917853" sldId="2147483657"/>
          </pc:sldLayoutMkLst>
        </pc:sldLayoutChg>
        <pc:sldLayoutChg chg="add del">
          <pc:chgData name="Swati Mishra" userId="4ecbbe41-a93b-48f9-aa26-d01cbfd2c273" providerId="ADAL" clId="{66DB6158-1A18-4199-BA6D-06674FF3C921}" dt="2026-07-25T18:25:13.984" v="17" actId="26606"/>
          <pc:sldLayoutMkLst>
            <pc:docMk/>
            <pc:sldMasterMk cId="2630229451" sldId="2147483648"/>
            <pc:sldLayoutMk cId="1650721861" sldId="2147483658"/>
          </pc:sldLayoutMkLst>
        </pc:sldLayoutChg>
        <pc:sldLayoutChg chg="add del">
          <pc:chgData name="Swati Mishra" userId="4ecbbe41-a93b-48f9-aa26-d01cbfd2c273" providerId="ADAL" clId="{66DB6158-1A18-4199-BA6D-06674FF3C921}" dt="2026-07-25T18:25:13.984" v="17" actId="26606"/>
          <pc:sldLayoutMkLst>
            <pc:docMk/>
            <pc:sldMasterMk cId="2630229451" sldId="2147483648"/>
            <pc:sldLayoutMk cId="3159959498" sldId="2147483659"/>
          </pc:sldLayoutMkLst>
        </pc:sldLayoutChg>
      </pc:sldMasterChg>
      <pc:sldMasterChg chg="add del addSldLayout delSldLayout">
        <pc:chgData name="Swati Mishra" userId="4ecbbe41-a93b-48f9-aa26-d01cbfd2c273" providerId="ADAL" clId="{66DB6158-1A18-4199-BA6D-06674FF3C921}" dt="2026-07-25T18:24:50.294" v="16" actId="26606"/>
        <pc:sldMasterMkLst>
          <pc:docMk/>
          <pc:sldMasterMk cId="641994111" sldId="2147483686"/>
        </pc:sldMasterMkLst>
        <pc:sldLayoutChg chg="add del">
          <pc:chgData name="Swati Mishra" userId="4ecbbe41-a93b-48f9-aa26-d01cbfd2c273" providerId="ADAL" clId="{66DB6158-1A18-4199-BA6D-06674FF3C921}" dt="2026-07-25T18:24:50.294" v="16" actId="26606"/>
          <pc:sldLayoutMkLst>
            <pc:docMk/>
            <pc:sldMasterMk cId="641994111" sldId="2147483686"/>
            <pc:sldLayoutMk cId="1268003841" sldId="2147483675"/>
          </pc:sldLayoutMkLst>
        </pc:sldLayoutChg>
        <pc:sldLayoutChg chg="add del">
          <pc:chgData name="Swati Mishra" userId="4ecbbe41-a93b-48f9-aa26-d01cbfd2c273" providerId="ADAL" clId="{66DB6158-1A18-4199-BA6D-06674FF3C921}" dt="2026-07-25T18:24:50.294" v="16" actId="26606"/>
          <pc:sldLayoutMkLst>
            <pc:docMk/>
            <pc:sldMasterMk cId="641994111" sldId="2147483686"/>
            <pc:sldLayoutMk cId="432630601" sldId="2147483676"/>
          </pc:sldLayoutMkLst>
        </pc:sldLayoutChg>
        <pc:sldLayoutChg chg="add del">
          <pc:chgData name="Swati Mishra" userId="4ecbbe41-a93b-48f9-aa26-d01cbfd2c273" providerId="ADAL" clId="{66DB6158-1A18-4199-BA6D-06674FF3C921}" dt="2026-07-25T18:24:50.294" v="16" actId="26606"/>
          <pc:sldLayoutMkLst>
            <pc:docMk/>
            <pc:sldMasterMk cId="641994111" sldId="2147483686"/>
            <pc:sldLayoutMk cId="4025121219" sldId="2147483677"/>
          </pc:sldLayoutMkLst>
        </pc:sldLayoutChg>
        <pc:sldLayoutChg chg="add del">
          <pc:chgData name="Swati Mishra" userId="4ecbbe41-a93b-48f9-aa26-d01cbfd2c273" providerId="ADAL" clId="{66DB6158-1A18-4199-BA6D-06674FF3C921}" dt="2026-07-25T18:24:50.294" v="16" actId="26606"/>
          <pc:sldLayoutMkLst>
            <pc:docMk/>
            <pc:sldMasterMk cId="641994111" sldId="2147483686"/>
            <pc:sldLayoutMk cId="3739974808" sldId="2147483678"/>
          </pc:sldLayoutMkLst>
        </pc:sldLayoutChg>
        <pc:sldLayoutChg chg="add del">
          <pc:chgData name="Swati Mishra" userId="4ecbbe41-a93b-48f9-aa26-d01cbfd2c273" providerId="ADAL" clId="{66DB6158-1A18-4199-BA6D-06674FF3C921}" dt="2026-07-25T18:24:50.294" v="16" actId="26606"/>
          <pc:sldLayoutMkLst>
            <pc:docMk/>
            <pc:sldMasterMk cId="641994111" sldId="2147483686"/>
            <pc:sldLayoutMk cId="2342139115" sldId="2147483679"/>
          </pc:sldLayoutMkLst>
        </pc:sldLayoutChg>
        <pc:sldLayoutChg chg="add del">
          <pc:chgData name="Swati Mishra" userId="4ecbbe41-a93b-48f9-aa26-d01cbfd2c273" providerId="ADAL" clId="{66DB6158-1A18-4199-BA6D-06674FF3C921}" dt="2026-07-25T18:24:50.294" v="16" actId="26606"/>
          <pc:sldLayoutMkLst>
            <pc:docMk/>
            <pc:sldMasterMk cId="641994111" sldId="2147483686"/>
            <pc:sldLayoutMk cId="3701336331" sldId="2147483680"/>
          </pc:sldLayoutMkLst>
        </pc:sldLayoutChg>
        <pc:sldLayoutChg chg="add del">
          <pc:chgData name="Swati Mishra" userId="4ecbbe41-a93b-48f9-aa26-d01cbfd2c273" providerId="ADAL" clId="{66DB6158-1A18-4199-BA6D-06674FF3C921}" dt="2026-07-25T18:24:50.294" v="16" actId="26606"/>
          <pc:sldLayoutMkLst>
            <pc:docMk/>
            <pc:sldMasterMk cId="641994111" sldId="2147483686"/>
            <pc:sldLayoutMk cId="1791038809" sldId="2147483681"/>
          </pc:sldLayoutMkLst>
        </pc:sldLayoutChg>
        <pc:sldLayoutChg chg="add del">
          <pc:chgData name="Swati Mishra" userId="4ecbbe41-a93b-48f9-aa26-d01cbfd2c273" providerId="ADAL" clId="{66DB6158-1A18-4199-BA6D-06674FF3C921}" dt="2026-07-25T18:24:50.294" v="16" actId="26606"/>
          <pc:sldLayoutMkLst>
            <pc:docMk/>
            <pc:sldMasterMk cId="641994111" sldId="2147483686"/>
            <pc:sldLayoutMk cId="2361575646" sldId="2147483682"/>
          </pc:sldLayoutMkLst>
        </pc:sldLayoutChg>
        <pc:sldLayoutChg chg="add del">
          <pc:chgData name="Swati Mishra" userId="4ecbbe41-a93b-48f9-aa26-d01cbfd2c273" providerId="ADAL" clId="{66DB6158-1A18-4199-BA6D-06674FF3C921}" dt="2026-07-25T18:24:50.294" v="16" actId="26606"/>
          <pc:sldLayoutMkLst>
            <pc:docMk/>
            <pc:sldMasterMk cId="641994111" sldId="2147483686"/>
            <pc:sldLayoutMk cId="183231071" sldId="2147483683"/>
          </pc:sldLayoutMkLst>
        </pc:sldLayoutChg>
        <pc:sldLayoutChg chg="add del">
          <pc:chgData name="Swati Mishra" userId="4ecbbe41-a93b-48f9-aa26-d01cbfd2c273" providerId="ADAL" clId="{66DB6158-1A18-4199-BA6D-06674FF3C921}" dt="2026-07-25T18:24:50.294" v="16" actId="26606"/>
          <pc:sldLayoutMkLst>
            <pc:docMk/>
            <pc:sldMasterMk cId="641994111" sldId="2147483686"/>
            <pc:sldLayoutMk cId="3872800846" sldId="2147483684"/>
          </pc:sldLayoutMkLst>
        </pc:sldLayoutChg>
        <pc:sldLayoutChg chg="add del">
          <pc:chgData name="Swati Mishra" userId="4ecbbe41-a93b-48f9-aa26-d01cbfd2c273" providerId="ADAL" clId="{66DB6158-1A18-4199-BA6D-06674FF3C921}" dt="2026-07-25T18:24:50.294" v="16" actId="26606"/>
          <pc:sldLayoutMkLst>
            <pc:docMk/>
            <pc:sldMasterMk cId="641994111" sldId="2147483686"/>
            <pc:sldLayoutMk cId="3494588311" sldId="2147483685"/>
          </pc:sldLayoutMkLst>
        </pc:sldLayoutChg>
      </pc:sldMasterChg>
      <pc:sldMasterChg chg="add del addSldLayout delSldLayout">
        <pc:chgData name="Swati Mishra" userId="4ecbbe41-a93b-48f9-aa26-d01cbfd2c273" providerId="ADAL" clId="{66DB6158-1A18-4199-BA6D-06674FF3C921}" dt="2026-07-25T18:21:11.447" v="3" actId="26606"/>
        <pc:sldMasterMkLst>
          <pc:docMk/>
          <pc:sldMasterMk cId="3958041512" sldId="2147483725"/>
        </pc:sldMasterMkLst>
        <pc:sldLayoutChg chg="add del">
          <pc:chgData name="Swati Mishra" userId="4ecbbe41-a93b-48f9-aa26-d01cbfd2c273" providerId="ADAL" clId="{66DB6158-1A18-4199-BA6D-06674FF3C921}" dt="2026-07-25T18:21:11.447" v="3" actId="26606"/>
          <pc:sldLayoutMkLst>
            <pc:docMk/>
            <pc:sldMasterMk cId="3958041512" sldId="2147483725"/>
            <pc:sldLayoutMk cId="407617587" sldId="2147483714"/>
          </pc:sldLayoutMkLst>
        </pc:sldLayoutChg>
        <pc:sldLayoutChg chg="add del">
          <pc:chgData name="Swati Mishra" userId="4ecbbe41-a93b-48f9-aa26-d01cbfd2c273" providerId="ADAL" clId="{66DB6158-1A18-4199-BA6D-06674FF3C921}" dt="2026-07-25T18:21:11.447" v="3" actId="26606"/>
          <pc:sldLayoutMkLst>
            <pc:docMk/>
            <pc:sldMasterMk cId="3958041512" sldId="2147483725"/>
            <pc:sldLayoutMk cId="2746987358" sldId="2147483715"/>
          </pc:sldLayoutMkLst>
        </pc:sldLayoutChg>
        <pc:sldLayoutChg chg="add del">
          <pc:chgData name="Swati Mishra" userId="4ecbbe41-a93b-48f9-aa26-d01cbfd2c273" providerId="ADAL" clId="{66DB6158-1A18-4199-BA6D-06674FF3C921}" dt="2026-07-25T18:21:11.447" v="3" actId="26606"/>
          <pc:sldLayoutMkLst>
            <pc:docMk/>
            <pc:sldMasterMk cId="3958041512" sldId="2147483725"/>
            <pc:sldLayoutMk cId="298129225" sldId="2147483716"/>
          </pc:sldLayoutMkLst>
        </pc:sldLayoutChg>
        <pc:sldLayoutChg chg="add del">
          <pc:chgData name="Swati Mishra" userId="4ecbbe41-a93b-48f9-aa26-d01cbfd2c273" providerId="ADAL" clId="{66DB6158-1A18-4199-BA6D-06674FF3C921}" dt="2026-07-25T18:21:11.447" v="3" actId="26606"/>
          <pc:sldLayoutMkLst>
            <pc:docMk/>
            <pc:sldMasterMk cId="3958041512" sldId="2147483725"/>
            <pc:sldLayoutMk cId="3170687637" sldId="2147483717"/>
          </pc:sldLayoutMkLst>
        </pc:sldLayoutChg>
        <pc:sldLayoutChg chg="add del">
          <pc:chgData name="Swati Mishra" userId="4ecbbe41-a93b-48f9-aa26-d01cbfd2c273" providerId="ADAL" clId="{66DB6158-1A18-4199-BA6D-06674FF3C921}" dt="2026-07-25T18:21:11.447" v="3" actId="26606"/>
          <pc:sldLayoutMkLst>
            <pc:docMk/>
            <pc:sldMasterMk cId="3958041512" sldId="2147483725"/>
            <pc:sldLayoutMk cId="2458049394" sldId="2147483718"/>
          </pc:sldLayoutMkLst>
        </pc:sldLayoutChg>
        <pc:sldLayoutChg chg="add del">
          <pc:chgData name="Swati Mishra" userId="4ecbbe41-a93b-48f9-aa26-d01cbfd2c273" providerId="ADAL" clId="{66DB6158-1A18-4199-BA6D-06674FF3C921}" dt="2026-07-25T18:21:11.447" v="3" actId="26606"/>
          <pc:sldLayoutMkLst>
            <pc:docMk/>
            <pc:sldMasterMk cId="3958041512" sldId="2147483725"/>
            <pc:sldLayoutMk cId="4037451056" sldId="2147483719"/>
          </pc:sldLayoutMkLst>
        </pc:sldLayoutChg>
        <pc:sldLayoutChg chg="add del">
          <pc:chgData name="Swati Mishra" userId="4ecbbe41-a93b-48f9-aa26-d01cbfd2c273" providerId="ADAL" clId="{66DB6158-1A18-4199-BA6D-06674FF3C921}" dt="2026-07-25T18:21:11.447" v="3" actId="26606"/>
          <pc:sldLayoutMkLst>
            <pc:docMk/>
            <pc:sldMasterMk cId="3958041512" sldId="2147483725"/>
            <pc:sldLayoutMk cId="2852516985" sldId="2147483720"/>
          </pc:sldLayoutMkLst>
        </pc:sldLayoutChg>
        <pc:sldLayoutChg chg="add del">
          <pc:chgData name="Swati Mishra" userId="4ecbbe41-a93b-48f9-aa26-d01cbfd2c273" providerId="ADAL" clId="{66DB6158-1A18-4199-BA6D-06674FF3C921}" dt="2026-07-25T18:21:11.447" v="3" actId="26606"/>
          <pc:sldLayoutMkLst>
            <pc:docMk/>
            <pc:sldMasterMk cId="3958041512" sldId="2147483725"/>
            <pc:sldLayoutMk cId="3109892281" sldId="2147483721"/>
          </pc:sldLayoutMkLst>
        </pc:sldLayoutChg>
        <pc:sldLayoutChg chg="add del">
          <pc:chgData name="Swati Mishra" userId="4ecbbe41-a93b-48f9-aa26-d01cbfd2c273" providerId="ADAL" clId="{66DB6158-1A18-4199-BA6D-06674FF3C921}" dt="2026-07-25T18:21:11.447" v="3" actId="26606"/>
          <pc:sldLayoutMkLst>
            <pc:docMk/>
            <pc:sldMasterMk cId="3958041512" sldId="2147483725"/>
            <pc:sldLayoutMk cId="1885721637" sldId="2147483722"/>
          </pc:sldLayoutMkLst>
        </pc:sldLayoutChg>
        <pc:sldLayoutChg chg="add del">
          <pc:chgData name="Swati Mishra" userId="4ecbbe41-a93b-48f9-aa26-d01cbfd2c273" providerId="ADAL" clId="{66DB6158-1A18-4199-BA6D-06674FF3C921}" dt="2026-07-25T18:21:11.447" v="3" actId="26606"/>
          <pc:sldLayoutMkLst>
            <pc:docMk/>
            <pc:sldMasterMk cId="3958041512" sldId="2147483725"/>
            <pc:sldLayoutMk cId="3081336349" sldId="2147483723"/>
          </pc:sldLayoutMkLst>
        </pc:sldLayoutChg>
        <pc:sldLayoutChg chg="add del">
          <pc:chgData name="Swati Mishra" userId="4ecbbe41-a93b-48f9-aa26-d01cbfd2c273" providerId="ADAL" clId="{66DB6158-1A18-4199-BA6D-06674FF3C921}" dt="2026-07-25T18:21:11.447" v="3" actId="26606"/>
          <pc:sldLayoutMkLst>
            <pc:docMk/>
            <pc:sldMasterMk cId="3958041512" sldId="2147483725"/>
            <pc:sldLayoutMk cId="3508664517" sldId="2147483724"/>
          </pc:sldLayoutMkLst>
        </pc:sldLayoutChg>
      </pc:sldMasterChg>
      <pc:sldMasterChg chg="add del addSldLayout delSldLayout">
        <pc:chgData name="Swati Mishra" userId="4ecbbe41-a93b-48f9-aa26-d01cbfd2c273" providerId="ADAL" clId="{66DB6158-1A18-4199-BA6D-06674FF3C921}" dt="2026-07-25T18:31:34.790" v="124" actId="26606"/>
        <pc:sldMasterMkLst>
          <pc:docMk/>
          <pc:sldMasterMk cId="1493729971" sldId="2147483738"/>
        </pc:sldMasterMkLst>
        <pc:sldLayoutChg chg="add del">
          <pc:chgData name="Swati Mishra" userId="4ecbbe41-a93b-48f9-aa26-d01cbfd2c273" providerId="ADAL" clId="{66DB6158-1A18-4199-BA6D-06674FF3C921}" dt="2026-07-25T18:31:34.790" v="124" actId="26606"/>
          <pc:sldLayoutMkLst>
            <pc:docMk/>
            <pc:sldMasterMk cId="1493729971" sldId="2147483738"/>
            <pc:sldLayoutMk cId="831206405" sldId="2147483727"/>
          </pc:sldLayoutMkLst>
        </pc:sldLayoutChg>
        <pc:sldLayoutChg chg="add del">
          <pc:chgData name="Swati Mishra" userId="4ecbbe41-a93b-48f9-aa26-d01cbfd2c273" providerId="ADAL" clId="{66DB6158-1A18-4199-BA6D-06674FF3C921}" dt="2026-07-25T18:31:34.790" v="124" actId="26606"/>
          <pc:sldLayoutMkLst>
            <pc:docMk/>
            <pc:sldMasterMk cId="1493729971" sldId="2147483738"/>
            <pc:sldLayoutMk cId="1078052280" sldId="2147483728"/>
          </pc:sldLayoutMkLst>
        </pc:sldLayoutChg>
        <pc:sldLayoutChg chg="add del">
          <pc:chgData name="Swati Mishra" userId="4ecbbe41-a93b-48f9-aa26-d01cbfd2c273" providerId="ADAL" clId="{66DB6158-1A18-4199-BA6D-06674FF3C921}" dt="2026-07-25T18:31:34.790" v="124" actId="26606"/>
          <pc:sldLayoutMkLst>
            <pc:docMk/>
            <pc:sldMasterMk cId="1493729971" sldId="2147483738"/>
            <pc:sldLayoutMk cId="1965917251" sldId="2147483729"/>
          </pc:sldLayoutMkLst>
        </pc:sldLayoutChg>
        <pc:sldLayoutChg chg="add del">
          <pc:chgData name="Swati Mishra" userId="4ecbbe41-a93b-48f9-aa26-d01cbfd2c273" providerId="ADAL" clId="{66DB6158-1A18-4199-BA6D-06674FF3C921}" dt="2026-07-25T18:31:34.790" v="124" actId="26606"/>
          <pc:sldLayoutMkLst>
            <pc:docMk/>
            <pc:sldMasterMk cId="1493729971" sldId="2147483738"/>
            <pc:sldLayoutMk cId="3498196599" sldId="2147483730"/>
          </pc:sldLayoutMkLst>
        </pc:sldLayoutChg>
        <pc:sldLayoutChg chg="add del">
          <pc:chgData name="Swati Mishra" userId="4ecbbe41-a93b-48f9-aa26-d01cbfd2c273" providerId="ADAL" clId="{66DB6158-1A18-4199-BA6D-06674FF3C921}" dt="2026-07-25T18:31:34.790" v="124" actId="26606"/>
          <pc:sldLayoutMkLst>
            <pc:docMk/>
            <pc:sldMasterMk cId="1493729971" sldId="2147483738"/>
            <pc:sldLayoutMk cId="834195942" sldId="2147483731"/>
          </pc:sldLayoutMkLst>
        </pc:sldLayoutChg>
        <pc:sldLayoutChg chg="add del">
          <pc:chgData name="Swati Mishra" userId="4ecbbe41-a93b-48f9-aa26-d01cbfd2c273" providerId="ADAL" clId="{66DB6158-1A18-4199-BA6D-06674FF3C921}" dt="2026-07-25T18:31:34.790" v="124" actId="26606"/>
          <pc:sldLayoutMkLst>
            <pc:docMk/>
            <pc:sldMasterMk cId="1493729971" sldId="2147483738"/>
            <pc:sldLayoutMk cId="2117004282" sldId="2147483732"/>
          </pc:sldLayoutMkLst>
        </pc:sldLayoutChg>
        <pc:sldLayoutChg chg="add del">
          <pc:chgData name="Swati Mishra" userId="4ecbbe41-a93b-48f9-aa26-d01cbfd2c273" providerId="ADAL" clId="{66DB6158-1A18-4199-BA6D-06674FF3C921}" dt="2026-07-25T18:31:34.790" v="124" actId="26606"/>
          <pc:sldLayoutMkLst>
            <pc:docMk/>
            <pc:sldMasterMk cId="1493729971" sldId="2147483738"/>
            <pc:sldLayoutMk cId="4155725703" sldId="2147483733"/>
          </pc:sldLayoutMkLst>
        </pc:sldLayoutChg>
        <pc:sldLayoutChg chg="add del">
          <pc:chgData name="Swati Mishra" userId="4ecbbe41-a93b-48f9-aa26-d01cbfd2c273" providerId="ADAL" clId="{66DB6158-1A18-4199-BA6D-06674FF3C921}" dt="2026-07-25T18:31:34.790" v="124" actId="26606"/>
          <pc:sldLayoutMkLst>
            <pc:docMk/>
            <pc:sldMasterMk cId="1493729971" sldId="2147483738"/>
            <pc:sldLayoutMk cId="3720575095" sldId="2147483734"/>
          </pc:sldLayoutMkLst>
        </pc:sldLayoutChg>
        <pc:sldLayoutChg chg="add del">
          <pc:chgData name="Swati Mishra" userId="4ecbbe41-a93b-48f9-aa26-d01cbfd2c273" providerId="ADAL" clId="{66DB6158-1A18-4199-BA6D-06674FF3C921}" dt="2026-07-25T18:31:34.790" v="124" actId="26606"/>
          <pc:sldLayoutMkLst>
            <pc:docMk/>
            <pc:sldMasterMk cId="1493729971" sldId="2147483738"/>
            <pc:sldLayoutMk cId="2038726200" sldId="2147483735"/>
          </pc:sldLayoutMkLst>
        </pc:sldLayoutChg>
        <pc:sldLayoutChg chg="add del">
          <pc:chgData name="Swati Mishra" userId="4ecbbe41-a93b-48f9-aa26-d01cbfd2c273" providerId="ADAL" clId="{66DB6158-1A18-4199-BA6D-06674FF3C921}" dt="2026-07-25T18:31:34.790" v="124" actId="26606"/>
          <pc:sldLayoutMkLst>
            <pc:docMk/>
            <pc:sldMasterMk cId="1493729971" sldId="2147483738"/>
            <pc:sldLayoutMk cId="2575013429" sldId="2147483736"/>
          </pc:sldLayoutMkLst>
        </pc:sldLayoutChg>
        <pc:sldLayoutChg chg="add del">
          <pc:chgData name="Swati Mishra" userId="4ecbbe41-a93b-48f9-aa26-d01cbfd2c273" providerId="ADAL" clId="{66DB6158-1A18-4199-BA6D-06674FF3C921}" dt="2026-07-25T18:31:34.790" v="124" actId="26606"/>
          <pc:sldLayoutMkLst>
            <pc:docMk/>
            <pc:sldMasterMk cId="1493729971" sldId="2147483738"/>
            <pc:sldLayoutMk cId="1146548922" sldId="2147483737"/>
          </pc:sldLayoutMkLst>
        </pc:sldLayoutChg>
      </pc:sldMasterChg>
      <pc:sldMasterChg chg="add del addSldLayout delSldLayout">
        <pc:chgData name="Swati Mishra" userId="4ecbbe41-a93b-48f9-aa26-d01cbfd2c273" providerId="ADAL" clId="{66DB6158-1A18-4199-BA6D-06674FF3C921}" dt="2026-07-25T18:31:10.969" v="113" actId="26606"/>
        <pc:sldMasterMkLst>
          <pc:docMk/>
          <pc:sldMasterMk cId="3680526360" sldId="2147483788"/>
        </pc:sldMasterMkLst>
        <pc:sldLayoutChg chg="add del">
          <pc:chgData name="Swati Mishra" userId="4ecbbe41-a93b-48f9-aa26-d01cbfd2c273" providerId="ADAL" clId="{66DB6158-1A18-4199-BA6D-06674FF3C921}" dt="2026-07-25T18:31:10.969" v="113" actId="26606"/>
          <pc:sldLayoutMkLst>
            <pc:docMk/>
            <pc:sldMasterMk cId="3680526360" sldId="2147483788"/>
            <pc:sldLayoutMk cId="2736694037" sldId="2147483777"/>
          </pc:sldLayoutMkLst>
        </pc:sldLayoutChg>
        <pc:sldLayoutChg chg="add del">
          <pc:chgData name="Swati Mishra" userId="4ecbbe41-a93b-48f9-aa26-d01cbfd2c273" providerId="ADAL" clId="{66DB6158-1A18-4199-BA6D-06674FF3C921}" dt="2026-07-25T18:31:10.969" v="113" actId="26606"/>
          <pc:sldLayoutMkLst>
            <pc:docMk/>
            <pc:sldMasterMk cId="3680526360" sldId="2147483788"/>
            <pc:sldLayoutMk cId="1669931525" sldId="2147483778"/>
          </pc:sldLayoutMkLst>
        </pc:sldLayoutChg>
        <pc:sldLayoutChg chg="add del">
          <pc:chgData name="Swati Mishra" userId="4ecbbe41-a93b-48f9-aa26-d01cbfd2c273" providerId="ADAL" clId="{66DB6158-1A18-4199-BA6D-06674FF3C921}" dt="2026-07-25T18:31:10.969" v="113" actId="26606"/>
          <pc:sldLayoutMkLst>
            <pc:docMk/>
            <pc:sldMasterMk cId="3680526360" sldId="2147483788"/>
            <pc:sldLayoutMk cId="965078481" sldId="2147483779"/>
          </pc:sldLayoutMkLst>
        </pc:sldLayoutChg>
        <pc:sldLayoutChg chg="add del">
          <pc:chgData name="Swati Mishra" userId="4ecbbe41-a93b-48f9-aa26-d01cbfd2c273" providerId="ADAL" clId="{66DB6158-1A18-4199-BA6D-06674FF3C921}" dt="2026-07-25T18:31:10.969" v="113" actId="26606"/>
          <pc:sldLayoutMkLst>
            <pc:docMk/>
            <pc:sldMasterMk cId="3680526360" sldId="2147483788"/>
            <pc:sldLayoutMk cId="1633082147" sldId="2147483780"/>
          </pc:sldLayoutMkLst>
        </pc:sldLayoutChg>
        <pc:sldLayoutChg chg="add del">
          <pc:chgData name="Swati Mishra" userId="4ecbbe41-a93b-48f9-aa26-d01cbfd2c273" providerId="ADAL" clId="{66DB6158-1A18-4199-BA6D-06674FF3C921}" dt="2026-07-25T18:31:10.969" v="113" actId="26606"/>
          <pc:sldLayoutMkLst>
            <pc:docMk/>
            <pc:sldMasterMk cId="3680526360" sldId="2147483788"/>
            <pc:sldLayoutMk cId="629276049" sldId="2147483781"/>
          </pc:sldLayoutMkLst>
        </pc:sldLayoutChg>
        <pc:sldLayoutChg chg="add del">
          <pc:chgData name="Swati Mishra" userId="4ecbbe41-a93b-48f9-aa26-d01cbfd2c273" providerId="ADAL" clId="{66DB6158-1A18-4199-BA6D-06674FF3C921}" dt="2026-07-25T18:31:10.969" v="113" actId="26606"/>
          <pc:sldLayoutMkLst>
            <pc:docMk/>
            <pc:sldMasterMk cId="3680526360" sldId="2147483788"/>
            <pc:sldLayoutMk cId="3999270582" sldId="2147483782"/>
          </pc:sldLayoutMkLst>
        </pc:sldLayoutChg>
        <pc:sldLayoutChg chg="add del">
          <pc:chgData name="Swati Mishra" userId="4ecbbe41-a93b-48f9-aa26-d01cbfd2c273" providerId="ADAL" clId="{66DB6158-1A18-4199-BA6D-06674FF3C921}" dt="2026-07-25T18:31:10.969" v="113" actId="26606"/>
          <pc:sldLayoutMkLst>
            <pc:docMk/>
            <pc:sldMasterMk cId="3680526360" sldId="2147483788"/>
            <pc:sldLayoutMk cId="2889472445" sldId="2147483783"/>
          </pc:sldLayoutMkLst>
        </pc:sldLayoutChg>
        <pc:sldLayoutChg chg="add del">
          <pc:chgData name="Swati Mishra" userId="4ecbbe41-a93b-48f9-aa26-d01cbfd2c273" providerId="ADAL" clId="{66DB6158-1A18-4199-BA6D-06674FF3C921}" dt="2026-07-25T18:31:10.969" v="113" actId="26606"/>
          <pc:sldLayoutMkLst>
            <pc:docMk/>
            <pc:sldMasterMk cId="3680526360" sldId="2147483788"/>
            <pc:sldLayoutMk cId="2610759368" sldId="2147483784"/>
          </pc:sldLayoutMkLst>
        </pc:sldLayoutChg>
        <pc:sldLayoutChg chg="add del">
          <pc:chgData name="Swati Mishra" userId="4ecbbe41-a93b-48f9-aa26-d01cbfd2c273" providerId="ADAL" clId="{66DB6158-1A18-4199-BA6D-06674FF3C921}" dt="2026-07-25T18:31:10.969" v="113" actId="26606"/>
          <pc:sldLayoutMkLst>
            <pc:docMk/>
            <pc:sldMasterMk cId="3680526360" sldId="2147483788"/>
            <pc:sldLayoutMk cId="2064252264" sldId="2147483785"/>
          </pc:sldLayoutMkLst>
        </pc:sldLayoutChg>
        <pc:sldLayoutChg chg="add del">
          <pc:chgData name="Swati Mishra" userId="4ecbbe41-a93b-48f9-aa26-d01cbfd2c273" providerId="ADAL" clId="{66DB6158-1A18-4199-BA6D-06674FF3C921}" dt="2026-07-25T18:31:10.969" v="113" actId="26606"/>
          <pc:sldLayoutMkLst>
            <pc:docMk/>
            <pc:sldMasterMk cId="3680526360" sldId="2147483788"/>
            <pc:sldLayoutMk cId="1925085420" sldId="2147483786"/>
          </pc:sldLayoutMkLst>
        </pc:sldLayoutChg>
        <pc:sldLayoutChg chg="add del">
          <pc:chgData name="Swati Mishra" userId="4ecbbe41-a93b-48f9-aa26-d01cbfd2c273" providerId="ADAL" clId="{66DB6158-1A18-4199-BA6D-06674FF3C921}" dt="2026-07-25T18:31:10.969" v="113" actId="26606"/>
          <pc:sldLayoutMkLst>
            <pc:docMk/>
            <pc:sldMasterMk cId="3680526360" sldId="2147483788"/>
            <pc:sldLayoutMk cId="3991917323" sldId="2147483787"/>
          </pc:sldLayoutMkLst>
        </pc:sldLayoutChg>
      </pc:sldMasterChg>
      <pc:sldMasterChg chg="add del addSldLayout delSldLayout">
        <pc:chgData name="Swati Mishra" userId="4ecbbe41-a93b-48f9-aa26-d01cbfd2c273" providerId="ADAL" clId="{66DB6158-1A18-4199-BA6D-06674FF3C921}" dt="2026-07-25T18:31:14.022" v="117" actId="26606"/>
        <pc:sldMasterMkLst>
          <pc:docMk/>
          <pc:sldMasterMk cId="978924460" sldId="2147483814"/>
        </pc:sldMasterMkLst>
        <pc:sldLayoutChg chg="add del">
          <pc:chgData name="Swati Mishra" userId="4ecbbe41-a93b-48f9-aa26-d01cbfd2c273" providerId="ADAL" clId="{66DB6158-1A18-4199-BA6D-06674FF3C921}" dt="2026-07-25T18:31:14.022" v="117" actId="26606"/>
          <pc:sldLayoutMkLst>
            <pc:docMk/>
            <pc:sldMasterMk cId="978924460" sldId="2147483814"/>
            <pc:sldLayoutMk cId="4108582134" sldId="2147483803"/>
          </pc:sldLayoutMkLst>
        </pc:sldLayoutChg>
        <pc:sldLayoutChg chg="add del">
          <pc:chgData name="Swati Mishra" userId="4ecbbe41-a93b-48f9-aa26-d01cbfd2c273" providerId="ADAL" clId="{66DB6158-1A18-4199-BA6D-06674FF3C921}" dt="2026-07-25T18:31:14.022" v="117" actId="26606"/>
          <pc:sldLayoutMkLst>
            <pc:docMk/>
            <pc:sldMasterMk cId="978924460" sldId="2147483814"/>
            <pc:sldLayoutMk cId="3874289085" sldId="2147483804"/>
          </pc:sldLayoutMkLst>
        </pc:sldLayoutChg>
        <pc:sldLayoutChg chg="add del">
          <pc:chgData name="Swati Mishra" userId="4ecbbe41-a93b-48f9-aa26-d01cbfd2c273" providerId="ADAL" clId="{66DB6158-1A18-4199-BA6D-06674FF3C921}" dt="2026-07-25T18:31:14.022" v="117" actId="26606"/>
          <pc:sldLayoutMkLst>
            <pc:docMk/>
            <pc:sldMasterMk cId="978924460" sldId="2147483814"/>
            <pc:sldLayoutMk cId="1914041683" sldId="2147483805"/>
          </pc:sldLayoutMkLst>
        </pc:sldLayoutChg>
        <pc:sldLayoutChg chg="add del">
          <pc:chgData name="Swati Mishra" userId="4ecbbe41-a93b-48f9-aa26-d01cbfd2c273" providerId="ADAL" clId="{66DB6158-1A18-4199-BA6D-06674FF3C921}" dt="2026-07-25T18:31:14.022" v="117" actId="26606"/>
          <pc:sldLayoutMkLst>
            <pc:docMk/>
            <pc:sldMasterMk cId="978924460" sldId="2147483814"/>
            <pc:sldLayoutMk cId="2095792252" sldId="2147483806"/>
          </pc:sldLayoutMkLst>
        </pc:sldLayoutChg>
        <pc:sldLayoutChg chg="add del">
          <pc:chgData name="Swati Mishra" userId="4ecbbe41-a93b-48f9-aa26-d01cbfd2c273" providerId="ADAL" clId="{66DB6158-1A18-4199-BA6D-06674FF3C921}" dt="2026-07-25T18:31:14.022" v="117" actId="26606"/>
          <pc:sldLayoutMkLst>
            <pc:docMk/>
            <pc:sldMasterMk cId="978924460" sldId="2147483814"/>
            <pc:sldLayoutMk cId="4151238670" sldId="2147483807"/>
          </pc:sldLayoutMkLst>
        </pc:sldLayoutChg>
        <pc:sldLayoutChg chg="add del">
          <pc:chgData name="Swati Mishra" userId="4ecbbe41-a93b-48f9-aa26-d01cbfd2c273" providerId="ADAL" clId="{66DB6158-1A18-4199-BA6D-06674FF3C921}" dt="2026-07-25T18:31:14.022" v="117" actId="26606"/>
          <pc:sldLayoutMkLst>
            <pc:docMk/>
            <pc:sldMasterMk cId="978924460" sldId="2147483814"/>
            <pc:sldLayoutMk cId="4059785099" sldId="2147483808"/>
          </pc:sldLayoutMkLst>
        </pc:sldLayoutChg>
        <pc:sldLayoutChg chg="add del">
          <pc:chgData name="Swati Mishra" userId="4ecbbe41-a93b-48f9-aa26-d01cbfd2c273" providerId="ADAL" clId="{66DB6158-1A18-4199-BA6D-06674FF3C921}" dt="2026-07-25T18:31:14.022" v="117" actId="26606"/>
          <pc:sldLayoutMkLst>
            <pc:docMk/>
            <pc:sldMasterMk cId="978924460" sldId="2147483814"/>
            <pc:sldLayoutMk cId="2252742343" sldId="2147483809"/>
          </pc:sldLayoutMkLst>
        </pc:sldLayoutChg>
        <pc:sldLayoutChg chg="add del">
          <pc:chgData name="Swati Mishra" userId="4ecbbe41-a93b-48f9-aa26-d01cbfd2c273" providerId="ADAL" clId="{66DB6158-1A18-4199-BA6D-06674FF3C921}" dt="2026-07-25T18:31:14.022" v="117" actId="26606"/>
          <pc:sldLayoutMkLst>
            <pc:docMk/>
            <pc:sldMasterMk cId="978924460" sldId="2147483814"/>
            <pc:sldLayoutMk cId="2355286187" sldId="2147483810"/>
          </pc:sldLayoutMkLst>
        </pc:sldLayoutChg>
        <pc:sldLayoutChg chg="add del">
          <pc:chgData name="Swati Mishra" userId="4ecbbe41-a93b-48f9-aa26-d01cbfd2c273" providerId="ADAL" clId="{66DB6158-1A18-4199-BA6D-06674FF3C921}" dt="2026-07-25T18:31:14.022" v="117" actId="26606"/>
          <pc:sldLayoutMkLst>
            <pc:docMk/>
            <pc:sldMasterMk cId="978924460" sldId="2147483814"/>
            <pc:sldLayoutMk cId="388580532" sldId="2147483811"/>
          </pc:sldLayoutMkLst>
        </pc:sldLayoutChg>
        <pc:sldLayoutChg chg="add del">
          <pc:chgData name="Swati Mishra" userId="4ecbbe41-a93b-48f9-aa26-d01cbfd2c273" providerId="ADAL" clId="{66DB6158-1A18-4199-BA6D-06674FF3C921}" dt="2026-07-25T18:31:14.022" v="117" actId="26606"/>
          <pc:sldLayoutMkLst>
            <pc:docMk/>
            <pc:sldMasterMk cId="978924460" sldId="2147483814"/>
            <pc:sldLayoutMk cId="2549711006" sldId="2147483812"/>
          </pc:sldLayoutMkLst>
        </pc:sldLayoutChg>
        <pc:sldLayoutChg chg="add del">
          <pc:chgData name="Swati Mishra" userId="4ecbbe41-a93b-48f9-aa26-d01cbfd2c273" providerId="ADAL" clId="{66DB6158-1A18-4199-BA6D-06674FF3C921}" dt="2026-07-25T18:31:14.022" v="117" actId="26606"/>
          <pc:sldLayoutMkLst>
            <pc:docMk/>
            <pc:sldMasterMk cId="978924460" sldId="2147483814"/>
            <pc:sldLayoutMk cId="2332764779" sldId="2147483813"/>
          </pc:sldLayoutMkLst>
        </pc:sldLayoutChg>
      </pc:sldMasterChg>
      <pc:sldMasterChg chg="add del addSldLayout delSldLayout">
        <pc:chgData name="Swati Mishra" userId="4ecbbe41-a93b-48f9-aa26-d01cbfd2c273" providerId="ADAL" clId="{66DB6158-1A18-4199-BA6D-06674FF3C921}" dt="2026-07-25T18:31:34.790" v="124" actId="26606"/>
        <pc:sldMasterMkLst>
          <pc:docMk/>
          <pc:sldMasterMk cId="2662521687" sldId="2147483814"/>
        </pc:sldMasterMkLst>
        <pc:sldLayoutChg chg="add del">
          <pc:chgData name="Swati Mishra" userId="4ecbbe41-a93b-48f9-aa26-d01cbfd2c273" providerId="ADAL" clId="{66DB6158-1A18-4199-BA6D-06674FF3C921}" dt="2026-07-25T18:31:34.790" v="124" actId="26606"/>
          <pc:sldLayoutMkLst>
            <pc:docMk/>
            <pc:sldMasterMk cId="2662521687" sldId="2147483814"/>
            <pc:sldLayoutMk cId="3006217212" sldId="2147483803"/>
          </pc:sldLayoutMkLst>
        </pc:sldLayoutChg>
        <pc:sldLayoutChg chg="add del">
          <pc:chgData name="Swati Mishra" userId="4ecbbe41-a93b-48f9-aa26-d01cbfd2c273" providerId="ADAL" clId="{66DB6158-1A18-4199-BA6D-06674FF3C921}" dt="2026-07-25T18:31:34.790" v="124" actId="26606"/>
          <pc:sldLayoutMkLst>
            <pc:docMk/>
            <pc:sldMasterMk cId="2662521687" sldId="2147483814"/>
            <pc:sldLayoutMk cId="1720829210" sldId="2147483804"/>
          </pc:sldLayoutMkLst>
        </pc:sldLayoutChg>
        <pc:sldLayoutChg chg="add del">
          <pc:chgData name="Swati Mishra" userId="4ecbbe41-a93b-48f9-aa26-d01cbfd2c273" providerId="ADAL" clId="{66DB6158-1A18-4199-BA6D-06674FF3C921}" dt="2026-07-25T18:31:34.790" v="124" actId="26606"/>
          <pc:sldLayoutMkLst>
            <pc:docMk/>
            <pc:sldMasterMk cId="2662521687" sldId="2147483814"/>
            <pc:sldLayoutMk cId="3229859014" sldId="2147483805"/>
          </pc:sldLayoutMkLst>
        </pc:sldLayoutChg>
        <pc:sldLayoutChg chg="add del">
          <pc:chgData name="Swati Mishra" userId="4ecbbe41-a93b-48f9-aa26-d01cbfd2c273" providerId="ADAL" clId="{66DB6158-1A18-4199-BA6D-06674FF3C921}" dt="2026-07-25T18:31:34.790" v="124" actId="26606"/>
          <pc:sldLayoutMkLst>
            <pc:docMk/>
            <pc:sldMasterMk cId="2662521687" sldId="2147483814"/>
            <pc:sldLayoutMk cId="3099830907" sldId="2147483806"/>
          </pc:sldLayoutMkLst>
        </pc:sldLayoutChg>
        <pc:sldLayoutChg chg="add del">
          <pc:chgData name="Swati Mishra" userId="4ecbbe41-a93b-48f9-aa26-d01cbfd2c273" providerId="ADAL" clId="{66DB6158-1A18-4199-BA6D-06674FF3C921}" dt="2026-07-25T18:31:34.790" v="124" actId="26606"/>
          <pc:sldLayoutMkLst>
            <pc:docMk/>
            <pc:sldMasterMk cId="2662521687" sldId="2147483814"/>
            <pc:sldLayoutMk cId="2406084678" sldId="2147483807"/>
          </pc:sldLayoutMkLst>
        </pc:sldLayoutChg>
        <pc:sldLayoutChg chg="add del">
          <pc:chgData name="Swati Mishra" userId="4ecbbe41-a93b-48f9-aa26-d01cbfd2c273" providerId="ADAL" clId="{66DB6158-1A18-4199-BA6D-06674FF3C921}" dt="2026-07-25T18:31:34.790" v="124" actId="26606"/>
          <pc:sldLayoutMkLst>
            <pc:docMk/>
            <pc:sldMasterMk cId="2662521687" sldId="2147483814"/>
            <pc:sldLayoutMk cId="2470783647" sldId="2147483808"/>
          </pc:sldLayoutMkLst>
        </pc:sldLayoutChg>
        <pc:sldLayoutChg chg="add del">
          <pc:chgData name="Swati Mishra" userId="4ecbbe41-a93b-48f9-aa26-d01cbfd2c273" providerId="ADAL" clId="{66DB6158-1A18-4199-BA6D-06674FF3C921}" dt="2026-07-25T18:31:34.790" v="124" actId="26606"/>
          <pc:sldLayoutMkLst>
            <pc:docMk/>
            <pc:sldMasterMk cId="2662521687" sldId="2147483814"/>
            <pc:sldLayoutMk cId="4130765171" sldId="2147483809"/>
          </pc:sldLayoutMkLst>
        </pc:sldLayoutChg>
        <pc:sldLayoutChg chg="add del">
          <pc:chgData name="Swati Mishra" userId="4ecbbe41-a93b-48f9-aa26-d01cbfd2c273" providerId="ADAL" clId="{66DB6158-1A18-4199-BA6D-06674FF3C921}" dt="2026-07-25T18:31:34.790" v="124" actId="26606"/>
          <pc:sldLayoutMkLst>
            <pc:docMk/>
            <pc:sldMasterMk cId="2662521687" sldId="2147483814"/>
            <pc:sldLayoutMk cId="1748089107" sldId="2147483810"/>
          </pc:sldLayoutMkLst>
        </pc:sldLayoutChg>
        <pc:sldLayoutChg chg="add del">
          <pc:chgData name="Swati Mishra" userId="4ecbbe41-a93b-48f9-aa26-d01cbfd2c273" providerId="ADAL" clId="{66DB6158-1A18-4199-BA6D-06674FF3C921}" dt="2026-07-25T18:31:34.790" v="124" actId="26606"/>
          <pc:sldLayoutMkLst>
            <pc:docMk/>
            <pc:sldMasterMk cId="2662521687" sldId="2147483814"/>
            <pc:sldLayoutMk cId="1930019662" sldId="2147483811"/>
          </pc:sldLayoutMkLst>
        </pc:sldLayoutChg>
        <pc:sldLayoutChg chg="add del">
          <pc:chgData name="Swati Mishra" userId="4ecbbe41-a93b-48f9-aa26-d01cbfd2c273" providerId="ADAL" clId="{66DB6158-1A18-4199-BA6D-06674FF3C921}" dt="2026-07-25T18:31:34.790" v="124" actId="26606"/>
          <pc:sldLayoutMkLst>
            <pc:docMk/>
            <pc:sldMasterMk cId="2662521687" sldId="2147483814"/>
            <pc:sldLayoutMk cId="1010936782" sldId="2147483812"/>
          </pc:sldLayoutMkLst>
        </pc:sldLayoutChg>
        <pc:sldLayoutChg chg="add del">
          <pc:chgData name="Swati Mishra" userId="4ecbbe41-a93b-48f9-aa26-d01cbfd2c273" providerId="ADAL" clId="{66DB6158-1A18-4199-BA6D-06674FF3C921}" dt="2026-07-25T18:31:34.790" v="124" actId="26606"/>
          <pc:sldLayoutMkLst>
            <pc:docMk/>
            <pc:sldMasterMk cId="2662521687" sldId="2147483814"/>
            <pc:sldLayoutMk cId="3091430424" sldId="2147483813"/>
          </pc:sldLayoutMkLst>
        </pc:sldLayoutChg>
      </pc:sldMasterChg>
      <pc:sldMasterChg chg="add del addSldLayout delSldLayout">
        <pc:chgData name="Swati Mishra" userId="4ecbbe41-a93b-48f9-aa26-d01cbfd2c273" providerId="ADAL" clId="{66DB6158-1A18-4199-BA6D-06674FF3C921}" dt="2026-07-25T18:31:31.198" v="123" actId="26606"/>
        <pc:sldMasterMkLst>
          <pc:docMk/>
          <pc:sldMasterMk cId="2907201717" sldId="2147483827"/>
        </pc:sldMasterMkLst>
        <pc:sldLayoutChg chg="add del">
          <pc:chgData name="Swati Mishra" userId="4ecbbe41-a93b-48f9-aa26-d01cbfd2c273" providerId="ADAL" clId="{66DB6158-1A18-4199-BA6D-06674FF3C921}" dt="2026-07-25T18:31:31.198" v="123" actId="26606"/>
          <pc:sldLayoutMkLst>
            <pc:docMk/>
            <pc:sldMasterMk cId="2907201717" sldId="2147483827"/>
            <pc:sldLayoutMk cId="462394705" sldId="2147483816"/>
          </pc:sldLayoutMkLst>
        </pc:sldLayoutChg>
        <pc:sldLayoutChg chg="add del">
          <pc:chgData name="Swati Mishra" userId="4ecbbe41-a93b-48f9-aa26-d01cbfd2c273" providerId="ADAL" clId="{66DB6158-1A18-4199-BA6D-06674FF3C921}" dt="2026-07-25T18:31:31.198" v="123" actId="26606"/>
          <pc:sldLayoutMkLst>
            <pc:docMk/>
            <pc:sldMasterMk cId="2907201717" sldId="2147483827"/>
            <pc:sldLayoutMk cId="2971399007" sldId="2147483817"/>
          </pc:sldLayoutMkLst>
        </pc:sldLayoutChg>
        <pc:sldLayoutChg chg="add del">
          <pc:chgData name="Swati Mishra" userId="4ecbbe41-a93b-48f9-aa26-d01cbfd2c273" providerId="ADAL" clId="{66DB6158-1A18-4199-BA6D-06674FF3C921}" dt="2026-07-25T18:31:31.198" v="123" actId="26606"/>
          <pc:sldLayoutMkLst>
            <pc:docMk/>
            <pc:sldMasterMk cId="2907201717" sldId="2147483827"/>
            <pc:sldLayoutMk cId="3351303266" sldId="2147483818"/>
          </pc:sldLayoutMkLst>
        </pc:sldLayoutChg>
        <pc:sldLayoutChg chg="add del">
          <pc:chgData name="Swati Mishra" userId="4ecbbe41-a93b-48f9-aa26-d01cbfd2c273" providerId="ADAL" clId="{66DB6158-1A18-4199-BA6D-06674FF3C921}" dt="2026-07-25T18:31:31.198" v="123" actId="26606"/>
          <pc:sldLayoutMkLst>
            <pc:docMk/>
            <pc:sldMasterMk cId="2907201717" sldId="2147483827"/>
            <pc:sldLayoutMk cId="3270250171" sldId="2147483819"/>
          </pc:sldLayoutMkLst>
        </pc:sldLayoutChg>
        <pc:sldLayoutChg chg="add del">
          <pc:chgData name="Swati Mishra" userId="4ecbbe41-a93b-48f9-aa26-d01cbfd2c273" providerId="ADAL" clId="{66DB6158-1A18-4199-BA6D-06674FF3C921}" dt="2026-07-25T18:31:31.198" v="123" actId="26606"/>
          <pc:sldLayoutMkLst>
            <pc:docMk/>
            <pc:sldMasterMk cId="2907201717" sldId="2147483827"/>
            <pc:sldLayoutMk cId="3715219189" sldId="2147483820"/>
          </pc:sldLayoutMkLst>
        </pc:sldLayoutChg>
        <pc:sldLayoutChg chg="add del">
          <pc:chgData name="Swati Mishra" userId="4ecbbe41-a93b-48f9-aa26-d01cbfd2c273" providerId="ADAL" clId="{66DB6158-1A18-4199-BA6D-06674FF3C921}" dt="2026-07-25T18:31:31.198" v="123" actId="26606"/>
          <pc:sldLayoutMkLst>
            <pc:docMk/>
            <pc:sldMasterMk cId="2907201717" sldId="2147483827"/>
            <pc:sldLayoutMk cId="273701438" sldId="2147483821"/>
          </pc:sldLayoutMkLst>
        </pc:sldLayoutChg>
        <pc:sldLayoutChg chg="add del">
          <pc:chgData name="Swati Mishra" userId="4ecbbe41-a93b-48f9-aa26-d01cbfd2c273" providerId="ADAL" clId="{66DB6158-1A18-4199-BA6D-06674FF3C921}" dt="2026-07-25T18:31:31.198" v="123" actId="26606"/>
          <pc:sldLayoutMkLst>
            <pc:docMk/>
            <pc:sldMasterMk cId="2907201717" sldId="2147483827"/>
            <pc:sldLayoutMk cId="252092037" sldId="2147483822"/>
          </pc:sldLayoutMkLst>
        </pc:sldLayoutChg>
        <pc:sldLayoutChg chg="add del">
          <pc:chgData name="Swati Mishra" userId="4ecbbe41-a93b-48f9-aa26-d01cbfd2c273" providerId="ADAL" clId="{66DB6158-1A18-4199-BA6D-06674FF3C921}" dt="2026-07-25T18:31:31.198" v="123" actId="26606"/>
          <pc:sldLayoutMkLst>
            <pc:docMk/>
            <pc:sldMasterMk cId="2907201717" sldId="2147483827"/>
            <pc:sldLayoutMk cId="4166009215" sldId="2147483823"/>
          </pc:sldLayoutMkLst>
        </pc:sldLayoutChg>
        <pc:sldLayoutChg chg="add del">
          <pc:chgData name="Swati Mishra" userId="4ecbbe41-a93b-48f9-aa26-d01cbfd2c273" providerId="ADAL" clId="{66DB6158-1A18-4199-BA6D-06674FF3C921}" dt="2026-07-25T18:31:31.198" v="123" actId="26606"/>
          <pc:sldLayoutMkLst>
            <pc:docMk/>
            <pc:sldMasterMk cId="2907201717" sldId="2147483827"/>
            <pc:sldLayoutMk cId="1397101491" sldId="2147483824"/>
          </pc:sldLayoutMkLst>
        </pc:sldLayoutChg>
        <pc:sldLayoutChg chg="add del">
          <pc:chgData name="Swati Mishra" userId="4ecbbe41-a93b-48f9-aa26-d01cbfd2c273" providerId="ADAL" clId="{66DB6158-1A18-4199-BA6D-06674FF3C921}" dt="2026-07-25T18:31:31.198" v="123" actId="26606"/>
          <pc:sldLayoutMkLst>
            <pc:docMk/>
            <pc:sldMasterMk cId="2907201717" sldId="2147483827"/>
            <pc:sldLayoutMk cId="3701803848" sldId="2147483825"/>
          </pc:sldLayoutMkLst>
        </pc:sldLayoutChg>
        <pc:sldLayoutChg chg="add del">
          <pc:chgData name="Swati Mishra" userId="4ecbbe41-a93b-48f9-aa26-d01cbfd2c273" providerId="ADAL" clId="{66DB6158-1A18-4199-BA6D-06674FF3C921}" dt="2026-07-25T18:31:31.198" v="123" actId="26606"/>
          <pc:sldLayoutMkLst>
            <pc:docMk/>
            <pc:sldMasterMk cId="2907201717" sldId="2147483827"/>
            <pc:sldLayoutMk cId="2774920720" sldId="2147483826"/>
          </pc:sldLayoutMkLst>
        </pc:sldLayoutChg>
      </pc:sldMasterChg>
      <pc:sldMasterChg chg="add del addSldLayout delSldLayout">
        <pc:chgData name="Swati Mishra" userId="4ecbbe41-a93b-48f9-aa26-d01cbfd2c273" providerId="ADAL" clId="{66DB6158-1A18-4199-BA6D-06674FF3C921}" dt="2026-07-25T18:31:20.097" v="119" actId="26606"/>
        <pc:sldMasterMkLst>
          <pc:docMk/>
          <pc:sldMasterMk cId="3402905270" sldId="2147483827"/>
        </pc:sldMasterMkLst>
        <pc:sldLayoutChg chg="add del">
          <pc:chgData name="Swati Mishra" userId="4ecbbe41-a93b-48f9-aa26-d01cbfd2c273" providerId="ADAL" clId="{66DB6158-1A18-4199-BA6D-06674FF3C921}" dt="2026-07-25T18:31:20.097" v="119" actId="26606"/>
          <pc:sldLayoutMkLst>
            <pc:docMk/>
            <pc:sldMasterMk cId="3402905270" sldId="2147483827"/>
            <pc:sldLayoutMk cId="3388884954" sldId="2147483816"/>
          </pc:sldLayoutMkLst>
        </pc:sldLayoutChg>
        <pc:sldLayoutChg chg="add del">
          <pc:chgData name="Swati Mishra" userId="4ecbbe41-a93b-48f9-aa26-d01cbfd2c273" providerId="ADAL" clId="{66DB6158-1A18-4199-BA6D-06674FF3C921}" dt="2026-07-25T18:31:20.097" v="119" actId="26606"/>
          <pc:sldLayoutMkLst>
            <pc:docMk/>
            <pc:sldMasterMk cId="3402905270" sldId="2147483827"/>
            <pc:sldLayoutMk cId="4259764410" sldId="2147483817"/>
          </pc:sldLayoutMkLst>
        </pc:sldLayoutChg>
        <pc:sldLayoutChg chg="add del">
          <pc:chgData name="Swati Mishra" userId="4ecbbe41-a93b-48f9-aa26-d01cbfd2c273" providerId="ADAL" clId="{66DB6158-1A18-4199-BA6D-06674FF3C921}" dt="2026-07-25T18:31:20.097" v="119" actId="26606"/>
          <pc:sldLayoutMkLst>
            <pc:docMk/>
            <pc:sldMasterMk cId="3402905270" sldId="2147483827"/>
            <pc:sldLayoutMk cId="3579651151" sldId="2147483818"/>
          </pc:sldLayoutMkLst>
        </pc:sldLayoutChg>
        <pc:sldLayoutChg chg="add del">
          <pc:chgData name="Swati Mishra" userId="4ecbbe41-a93b-48f9-aa26-d01cbfd2c273" providerId="ADAL" clId="{66DB6158-1A18-4199-BA6D-06674FF3C921}" dt="2026-07-25T18:31:20.097" v="119" actId="26606"/>
          <pc:sldLayoutMkLst>
            <pc:docMk/>
            <pc:sldMasterMk cId="3402905270" sldId="2147483827"/>
            <pc:sldLayoutMk cId="823151847" sldId="2147483819"/>
          </pc:sldLayoutMkLst>
        </pc:sldLayoutChg>
        <pc:sldLayoutChg chg="add del">
          <pc:chgData name="Swati Mishra" userId="4ecbbe41-a93b-48f9-aa26-d01cbfd2c273" providerId="ADAL" clId="{66DB6158-1A18-4199-BA6D-06674FF3C921}" dt="2026-07-25T18:31:20.097" v="119" actId="26606"/>
          <pc:sldLayoutMkLst>
            <pc:docMk/>
            <pc:sldMasterMk cId="3402905270" sldId="2147483827"/>
            <pc:sldLayoutMk cId="1004908279" sldId="2147483820"/>
          </pc:sldLayoutMkLst>
        </pc:sldLayoutChg>
        <pc:sldLayoutChg chg="add del">
          <pc:chgData name="Swati Mishra" userId="4ecbbe41-a93b-48f9-aa26-d01cbfd2c273" providerId="ADAL" clId="{66DB6158-1A18-4199-BA6D-06674FF3C921}" dt="2026-07-25T18:31:20.097" v="119" actId="26606"/>
          <pc:sldLayoutMkLst>
            <pc:docMk/>
            <pc:sldMasterMk cId="3402905270" sldId="2147483827"/>
            <pc:sldLayoutMk cId="1388520302" sldId="2147483821"/>
          </pc:sldLayoutMkLst>
        </pc:sldLayoutChg>
        <pc:sldLayoutChg chg="add del">
          <pc:chgData name="Swati Mishra" userId="4ecbbe41-a93b-48f9-aa26-d01cbfd2c273" providerId="ADAL" clId="{66DB6158-1A18-4199-BA6D-06674FF3C921}" dt="2026-07-25T18:31:20.097" v="119" actId="26606"/>
          <pc:sldLayoutMkLst>
            <pc:docMk/>
            <pc:sldMasterMk cId="3402905270" sldId="2147483827"/>
            <pc:sldLayoutMk cId="2729354584" sldId="2147483822"/>
          </pc:sldLayoutMkLst>
        </pc:sldLayoutChg>
        <pc:sldLayoutChg chg="add del">
          <pc:chgData name="Swati Mishra" userId="4ecbbe41-a93b-48f9-aa26-d01cbfd2c273" providerId="ADAL" clId="{66DB6158-1A18-4199-BA6D-06674FF3C921}" dt="2026-07-25T18:31:20.097" v="119" actId="26606"/>
          <pc:sldLayoutMkLst>
            <pc:docMk/>
            <pc:sldMasterMk cId="3402905270" sldId="2147483827"/>
            <pc:sldLayoutMk cId="1613375107" sldId="2147483823"/>
          </pc:sldLayoutMkLst>
        </pc:sldLayoutChg>
        <pc:sldLayoutChg chg="add del">
          <pc:chgData name="Swati Mishra" userId="4ecbbe41-a93b-48f9-aa26-d01cbfd2c273" providerId="ADAL" clId="{66DB6158-1A18-4199-BA6D-06674FF3C921}" dt="2026-07-25T18:31:20.097" v="119" actId="26606"/>
          <pc:sldLayoutMkLst>
            <pc:docMk/>
            <pc:sldMasterMk cId="3402905270" sldId="2147483827"/>
            <pc:sldLayoutMk cId="527815476" sldId="2147483824"/>
          </pc:sldLayoutMkLst>
        </pc:sldLayoutChg>
        <pc:sldLayoutChg chg="add del">
          <pc:chgData name="Swati Mishra" userId="4ecbbe41-a93b-48f9-aa26-d01cbfd2c273" providerId="ADAL" clId="{66DB6158-1A18-4199-BA6D-06674FF3C921}" dt="2026-07-25T18:31:20.097" v="119" actId="26606"/>
          <pc:sldLayoutMkLst>
            <pc:docMk/>
            <pc:sldMasterMk cId="3402905270" sldId="2147483827"/>
            <pc:sldLayoutMk cId="3968602349" sldId="2147483825"/>
          </pc:sldLayoutMkLst>
        </pc:sldLayoutChg>
        <pc:sldLayoutChg chg="add del">
          <pc:chgData name="Swati Mishra" userId="4ecbbe41-a93b-48f9-aa26-d01cbfd2c273" providerId="ADAL" clId="{66DB6158-1A18-4199-BA6D-06674FF3C921}" dt="2026-07-25T18:31:20.097" v="119" actId="26606"/>
          <pc:sldLayoutMkLst>
            <pc:docMk/>
            <pc:sldMasterMk cId="3402905270" sldId="2147483827"/>
            <pc:sldLayoutMk cId="3394188876" sldId="2147483826"/>
          </pc:sldLayoutMkLst>
        </pc:sldLayoutChg>
      </pc:sldMasterChg>
      <pc:sldMasterChg chg="setBg">
        <pc:chgData name="Swati Mishra" userId="4ecbbe41-a93b-48f9-aa26-d01cbfd2c273" providerId="ADAL" clId="{66DB6158-1A18-4199-BA6D-06674FF3C921}" dt="2026-07-25T21:39:50.841" v="1275"/>
        <pc:sldMasterMkLst>
          <pc:docMk/>
          <pc:sldMasterMk cId="1103814500" sldId="2147483851"/>
        </pc:sldMasterMkLst>
      </pc:sldMasterChg>
    </pc:docChg>
  </pc:docChgLst>
</pc:chgInfo>
</file>

<file path=ppt/diagrams/_rels/data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svg"/><Relationship Id="rId1" Type="http://schemas.openxmlformats.org/officeDocument/2006/relationships/image" Target="../media/image13.svg"/></Relationships>
</file>

<file path=ppt/diagrams/_rels/drawing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svg"/><Relationship Id="rId1" Type="http://schemas.openxmlformats.org/officeDocument/2006/relationships/image" Target="../media/image13.sv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5">
  <dgm:title val=""/>
  <dgm:desc val=""/>
  <dgm:catLst>
    <dgm:cat type="colorful" pri="10500"/>
  </dgm:catLst>
  <dgm:styleLbl name="node0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5"/>
      <a:schemeClr val="accent6"/>
    </dgm:fillClrLst>
    <dgm:linClrLst>
      <a:schemeClr val="accent5"/>
      <a:schemeClr val="accent6"/>
    </dgm:linClrLst>
    <dgm:effectClrLst/>
    <dgm:txLinClrLst/>
    <dgm:txFillClrLst/>
    <dgm:txEffectClrLst/>
  </dgm:styleLbl>
  <dgm:styleLbl name="ln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5"/>
    </dgm:fillClrLst>
    <dgm:linClrLst meth="repeat">
      <a:schemeClr val="accent5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5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6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1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6">
        <a:tint val="9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6">
        <a:tint val="70000"/>
      </a:schemeClr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5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5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5">
        <a:tint val="50000"/>
        <a:alpha val="40000"/>
      </a:schemeClr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5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18/5/colors/Iconchunking_neutralicon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bg1"/>
    </dgm:fillClrLst>
    <dgm:linClrLst meth="repeat">
      <a:schemeClr val="lt1">
        <a:alpha val="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7BB93303-5CDD-4AF4-9348-2B3AD6DA83A7}" type="doc">
      <dgm:prSet loTypeId="urn:microsoft.com/office/officeart/2016/7/layout/RepeatingBendingProcessNew" loCatId="process" qsTypeId="urn:microsoft.com/office/officeart/2005/8/quickstyle/simple4" qsCatId="simple" csTypeId="urn:microsoft.com/office/officeart/2005/8/colors/colorful5" csCatId="colorful" phldr="1"/>
      <dgm:spPr/>
      <dgm:t>
        <a:bodyPr/>
        <a:lstStyle/>
        <a:p>
          <a:endParaRPr lang="en-US"/>
        </a:p>
      </dgm:t>
    </dgm:pt>
    <dgm:pt modelId="{A328AEB8-5ABF-4269-9A0C-89DAD42F255D}">
      <dgm:prSet phldrT="[Text]" custT="1"/>
      <dgm:spPr/>
      <dgm:t>
        <a:bodyPr/>
        <a:lstStyle/>
        <a:p>
          <a:r>
            <a:rPr lang="en-US" sz="2000" dirty="0">
              <a:latin typeface="+mn-lt"/>
              <a:cs typeface="Times New Roman" panose="02020603050405020304" pitchFamily="18" charset="0"/>
            </a:rPr>
            <a:t>IMDb Dataset/ IMDb Web Pages</a:t>
          </a:r>
        </a:p>
      </dgm:t>
    </dgm:pt>
    <dgm:pt modelId="{E3183400-399C-4461-979A-4E2F181CB939}" type="parTrans" cxnId="{5979996B-DFDA-445F-8433-A1FABAC0CE06}">
      <dgm:prSet/>
      <dgm:spPr/>
      <dgm:t>
        <a:bodyPr/>
        <a:lstStyle/>
        <a:p>
          <a:endParaRPr lang="en-US" sz="2000">
            <a:latin typeface="+mn-lt"/>
            <a:cs typeface="Times New Roman" panose="02020603050405020304" pitchFamily="18" charset="0"/>
          </a:endParaRPr>
        </a:p>
      </dgm:t>
    </dgm:pt>
    <dgm:pt modelId="{B77C00C6-9ECE-4A7C-A590-DF2E3AF57A84}" type="sibTrans" cxnId="{5979996B-DFDA-445F-8433-A1FABAC0CE06}">
      <dgm:prSet custT="1"/>
      <dgm:spPr/>
      <dgm:t>
        <a:bodyPr/>
        <a:lstStyle/>
        <a:p>
          <a:endParaRPr lang="en-US" sz="2000">
            <a:latin typeface="+mn-lt"/>
            <a:cs typeface="Times New Roman" panose="02020603050405020304" pitchFamily="18" charset="0"/>
          </a:endParaRPr>
        </a:p>
      </dgm:t>
    </dgm:pt>
    <dgm:pt modelId="{B75EE3CF-CA26-4BF5-8C56-AC46B5E3B685}">
      <dgm:prSet phldrT="[Text]" custT="1"/>
      <dgm:spPr/>
      <dgm:t>
        <a:bodyPr/>
        <a:lstStyle/>
        <a:p>
          <a:r>
            <a:rPr lang="en-US" sz="2000">
              <a:latin typeface="+mn-lt"/>
              <a:cs typeface="Times New Roman" panose="02020603050405020304" pitchFamily="18" charset="0"/>
            </a:rPr>
            <a:t>Chroma Database</a:t>
          </a:r>
        </a:p>
      </dgm:t>
    </dgm:pt>
    <dgm:pt modelId="{DF25F675-31FC-4188-AD7C-E8FCAEC1F203}" type="parTrans" cxnId="{B938F095-1B7B-4789-A566-DB128FBCC84E}">
      <dgm:prSet/>
      <dgm:spPr/>
      <dgm:t>
        <a:bodyPr/>
        <a:lstStyle/>
        <a:p>
          <a:endParaRPr lang="en-US" sz="2000">
            <a:latin typeface="+mn-lt"/>
            <a:cs typeface="Times New Roman" panose="02020603050405020304" pitchFamily="18" charset="0"/>
          </a:endParaRPr>
        </a:p>
      </dgm:t>
    </dgm:pt>
    <dgm:pt modelId="{BA68BA13-43E2-4068-875F-ECADA5F9C6F5}" type="sibTrans" cxnId="{B938F095-1B7B-4789-A566-DB128FBCC84E}">
      <dgm:prSet custT="1"/>
      <dgm:spPr/>
      <dgm:t>
        <a:bodyPr/>
        <a:lstStyle/>
        <a:p>
          <a:endParaRPr lang="en-US" sz="2000">
            <a:latin typeface="+mn-lt"/>
            <a:cs typeface="Times New Roman" panose="02020603050405020304" pitchFamily="18" charset="0"/>
          </a:endParaRPr>
        </a:p>
      </dgm:t>
    </dgm:pt>
    <dgm:pt modelId="{C4755DD9-6BFE-417C-BE9C-7AD094FED4FD}">
      <dgm:prSet phldrT="[Text]" custT="1"/>
      <dgm:spPr/>
      <dgm:t>
        <a:bodyPr/>
        <a:lstStyle/>
        <a:p>
          <a:r>
            <a:rPr lang="en-US" sz="2000" dirty="0">
              <a:latin typeface="+mn-lt"/>
              <a:cs typeface="Times New Roman" panose="02020603050405020304" pitchFamily="18" charset="0"/>
            </a:rPr>
            <a:t>Generate Sentence Embeddings</a:t>
          </a:r>
        </a:p>
      </dgm:t>
    </dgm:pt>
    <dgm:pt modelId="{E9AF4380-5E63-4E3A-BEA7-25DA20B5260F}" type="parTrans" cxnId="{1E19B113-E7B5-4A91-AD3F-E70BDC0E4539}">
      <dgm:prSet/>
      <dgm:spPr/>
      <dgm:t>
        <a:bodyPr/>
        <a:lstStyle/>
        <a:p>
          <a:endParaRPr lang="en-US" sz="2000">
            <a:latin typeface="+mn-lt"/>
            <a:cs typeface="Times New Roman" panose="02020603050405020304" pitchFamily="18" charset="0"/>
          </a:endParaRPr>
        </a:p>
      </dgm:t>
    </dgm:pt>
    <dgm:pt modelId="{FFFF51A0-37C8-4DCE-9902-9244C69B5E86}" type="sibTrans" cxnId="{1E19B113-E7B5-4A91-AD3F-E70BDC0E4539}">
      <dgm:prSet custT="1"/>
      <dgm:spPr/>
      <dgm:t>
        <a:bodyPr/>
        <a:lstStyle/>
        <a:p>
          <a:endParaRPr lang="en-US" sz="2000">
            <a:latin typeface="+mn-lt"/>
            <a:cs typeface="Times New Roman" panose="02020603050405020304" pitchFamily="18" charset="0"/>
          </a:endParaRPr>
        </a:p>
      </dgm:t>
    </dgm:pt>
    <dgm:pt modelId="{9237B074-F592-457B-AE66-02BAEE9C419D}">
      <dgm:prSet phldrT="[Text]" custT="1"/>
      <dgm:spPr/>
      <dgm:t>
        <a:bodyPr/>
        <a:lstStyle/>
        <a:p>
          <a:r>
            <a:rPr lang="en-US" sz="2000">
              <a:latin typeface="+mn-lt"/>
              <a:cs typeface="Times New Roman" panose="02020603050405020304" pitchFamily="18" charset="0"/>
            </a:rPr>
            <a:t>Chunking Documents</a:t>
          </a:r>
        </a:p>
      </dgm:t>
    </dgm:pt>
    <dgm:pt modelId="{B79ABC8D-4CBE-43D2-84CA-FA1F5EB094F3}" type="parTrans" cxnId="{5FE5EE91-DDDC-4345-9E12-1D8A06905FD6}">
      <dgm:prSet/>
      <dgm:spPr/>
      <dgm:t>
        <a:bodyPr/>
        <a:lstStyle/>
        <a:p>
          <a:endParaRPr lang="en-US" sz="2000">
            <a:latin typeface="+mn-lt"/>
            <a:cs typeface="Times New Roman" panose="02020603050405020304" pitchFamily="18" charset="0"/>
          </a:endParaRPr>
        </a:p>
      </dgm:t>
    </dgm:pt>
    <dgm:pt modelId="{CC03B029-C2F1-440E-9DC1-6E4C6DF1CD9C}" type="sibTrans" cxnId="{5FE5EE91-DDDC-4345-9E12-1D8A06905FD6}">
      <dgm:prSet custT="1"/>
      <dgm:spPr/>
      <dgm:t>
        <a:bodyPr/>
        <a:lstStyle/>
        <a:p>
          <a:endParaRPr lang="en-US" sz="2000">
            <a:latin typeface="+mn-lt"/>
            <a:cs typeface="Times New Roman" panose="02020603050405020304" pitchFamily="18" charset="0"/>
          </a:endParaRPr>
        </a:p>
      </dgm:t>
    </dgm:pt>
    <dgm:pt modelId="{F90D626F-5482-44DC-AF2F-1150C3D173F2}">
      <dgm:prSet phldrT="[Text]" custT="1"/>
      <dgm:spPr/>
      <dgm:t>
        <a:bodyPr/>
        <a:lstStyle/>
        <a:p>
          <a:r>
            <a:rPr lang="en-US" sz="2000">
              <a:latin typeface="+mn-lt"/>
              <a:cs typeface="Times New Roman" panose="02020603050405020304" pitchFamily="18" charset="0"/>
            </a:rPr>
            <a:t>Citation Based Response</a:t>
          </a:r>
        </a:p>
      </dgm:t>
    </dgm:pt>
    <dgm:pt modelId="{F4506818-26B9-40CE-8E8F-0D7A9FA7C659}" type="parTrans" cxnId="{CBE07FD7-91B0-4BD4-861E-37C605798C9B}">
      <dgm:prSet/>
      <dgm:spPr/>
      <dgm:t>
        <a:bodyPr/>
        <a:lstStyle/>
        <a:p>
          <a:endParaRPr lang="en-US" sz="2000">
            <a:latin typeface="+mn-lt"/>
            <a:cs typeface="Times New Roman" panose="02020603050405020304" pitchFamily="18" charset="0"/>
          </a:endParaRPr>
        </a:p>
      </dgm:t>
    </dgm:pt>
    <dgm:pt modelId="{9F517FDF-0225-48E0-A27C-F664EFD5E614}" type="sibTrans" cxnId="{CBE07FD7-91B0-4BD4-861E-37C605798C9B}">
      <dgm:prSet/>
      <dgm:spPr/>
      <dgm:t>
        <a:bodyPr/>
        <a:lstStyle/>
        <a:p>
          <a:endParaRPr lang="en-US" sz="2000">
            <a:latin typeface="+mn-lt"/>
            <a:cs typeface="Times New Roman" panose="02020603050405020304" pitchFamily="18" charset="0"/>
          </a:endParaRPr>
        </a:p>
      </dgm:t>
    </dgm:pt>
    <dgm:pt modelId="{32F698DC-0A2C-426A-B49A-98285472A7D2}">
      <dgm:prSet phldrT="[Text]" custT="1"/>
      <dgm:spPr/>
      <dgm:t>
        <a:bodyPr/>
        <a:lstStyle/>
        <a:p>
          <a:r>
            <a:rPr lang="en-US" sz="2000">
              <a:latin typeface="+mn-lt"/>
              <a:cs typeface="Times New Roman" panose="02020603050405020304" pitchFamily="18" charset="0"/>
            </a:rPr>
            <a:t>BM25 Index</a:t>
          </a:r>
        </a:p>
      </dgm:t>
    </dgm:pt>
    <dgm:pt modelId="{7C5ECC54-B59F-43DC-980C-C7E243C85ADB}" type="parTrans" cxnId="{F7C7ECFD-0A2C-4342-9FA8-30D0386AF362}">
      <dgm:prSet/>
      <dgm:spPr/>
      <dgm:t>
        <a:bodyPr/>
        <a:lstStyle/>
        <a:p>
          <a:endParaRPr lang="en-US" sz="2000">
            <a:latin typeface="+mn-lt"/>
            <a:cs typeface="Times New Roman" panose="02020603050405020304" pitchFamily="18" charset="0"/>
          </a:endParaRPr>
        </a:p>
      </dgm:t>
    </dgm:pt>
    <dgm:pt modelId="{CFC57F8C-EEEB-478B-917E-96693CE974E2}" type="sibTrans" cxnId="{F7C7ECFD-0A2C-4342-9FA8-30D0386AF362}">
      <dgm:prSet custT="1"/>
      <dgm:spPr/>
      <dgm:t>
        <a:bodyPr/>
        <a:lstStyle/>
        <a:p>
          <a:endParaRPr lang="en-US" sz="2000">
            <a:latin typeface="+mn-lt"/>
            <a:cs typeface="Times New Roman" panose="02020603050405020304" pitchFamily="18" charset="0"/>
          </a:endParaRPr>
        </a:p>
      </dgm:t>
    </dgm:pt>
    <dgm:pt modelId="{E0173E85-3323-4D9D-80B5-FF439E889899}">
      <dgm:prSet phldrT="[Text]" custT="1"/>
      <dgm:spPr/>
      <dgm:t>
        <a:bodyPr/>
        <a:lstStyle/>
        <a:p>
          <a:r>
            <a:rPr lang="en-US" sz="2000">
              <a:latin typeface="+mn-lt"/>
              <a:cs typeface="Times New Roman" panose="02020603050405020304" pitchFamily="18" charset="0"/>
            </a:rPr>
            <a:t>Open AI GPT</a:t>
          </a:r>
        </a:p>
      </dgm:t>
    </dgm:pt>
    <dgm:pt modelId="{B909B6E2-65C1-4EF9-BAB2-03A0A42BC521}" type="parTrans" cxnId="{47140A7B-F7A5-43A5-9DD3-F60C6EBA2EDD}">
      <dgm:prSet/>
      <dgm:spPr/>
      <dgm:t>
        <a:bodyPr/>
        <a:lstStyle/>
        <a:p>
          <a:endParaRPr lang="en-US" sz="2000">
            <a:latin typeface="+mn-lt"/>
            <a:cs typeface="Times New Roman" panose="02020603050405020304" pitchFamily="18" charset="0"/>
          </a:endParaRPr>
        </a:p>
      </dgm:t>
    </dgm:pt>
    <dgm:pt modelId="{F0671E7B-1D11-4DF3-8E71-B9D4F969E746}" type="sibTrans" cxnId="{47140A7B-F7A5-43A5-9DD3-F60C6EBA2EDD}">
      <dgm:prSet custT="1"/>
      <dgm:spPr/>
      <dgm:t>
        <a:bodyPr/>
        <a:lstStyle/>
        <a:p>
          <a:endParaRPr lang="en-US" sz="2000">
            <a:latin typeface="+mn-lt"/>
            <a:cs typeface="Times New Roman" panose="02020603050405020304" pitchFamily="18" charset="0"/>
          </a:endParaRPr>
        </a:p>
      </dgm:t>
    </dgm:pt>
    <dgm:pt modelId="{5C9AE5DB-730F-4597-8106-3E4A9B4C44C1}">
      <dgm:prSet phldrT="[Text]" custT="1"/>
      <dgm:spPr/>
      <dgm:t>
        <a:bodyPr/>
        <a:lstStyle/>
        <a:p>
          <a:r>
            <a:rPr lang="en-US" sz="2000">
              <a:latin typeface="+mn-lt"/>
              <a:cs typeface="Times New Roman" panose="02020603050405020304" pitchFamily="18" charset="0"/>
            </a:rPr>
            <a:t>Prompt Construction</a:t>
          </a:r>
        </a:p>
      </dgm:t>
    </dgm:pt>
    <dgm:pt modelId="{90264E00-5530-495E-8426-D723164DA010}" type="parTrans" cxnId="{996F8630-25A8-45A6-B630-7F0C887B26DB}">
      <dgm:prSet/>
      <dgm:spPr/>
      <dgm:t>
        <a:bodyPr/>
        <a:lstStyle/>
        <a:p>
          <a:endParaRPr lang="en-US" sz="2000">
            <a:latin typeface="+mn-lt"/>
            <a:cs typeface="Times New Roman" panose="02020603050405020304" pitchFamily="18" charset="0"/>
          </a:endParaRPr>
        </a:p>
      </dgm:t>
    </dgm:pt>
    <dgm:pt modelId="{421F75D9-A42C-42DC-A2F4-E2082C561035}" type="sibTrans" cxnId="{996F8630-25A8-45A6-B630-7F0C887B26DB}">
      <dgm:prSet custT="1"/>
      <dgm:spPr/>
      <dgm:t>
        <a:bodyPr/>
        <a:lstStyle/>
        <a:p>
          <a:endParaRPr lang="en-US" sz="2000">
            <a:latin typeface="+mn-lt"/>
            <a:cs typeface="Times New Roman" panose="02020603050405020304" pitchFamily="18" charset="0"/>
          </a:endParaRPr>
        </a:p>
      </dgm:t>
    </dgm:pt>
    <dgm:pt modelId="{F1934BAD-03D8-44C1-9D6C-7C547A118153}" type="pres">
      <dgm:prSet presAssocID="{7BB93303-5CDD-4AF4-9348-2B3AD6DA83A7}" presName="Name0" presStyleCnt="0">
        <dgm:presLayoutVars>
          <dgm:dir/>
          <dgm:resizeHandles val="exact"/>
        </dgm:presLayoutVars>
      </dgm:prSet>
      <dgm:spPr/>
    </dgm:pt>
    <dgm:pt modelId="{0A6634BA-6F47-4295-819C-96AF8D9ED8E1}" type="pres">
      <dgm:prSet presAssocID="{A328AEB8-5ABF-4269-9A0C-89DAD42F255D}" presName="node" presStyleLbl="node1" presStyleIdx="0" presStyleCnt="8">
        <dgm:presLayoutVars>
          <dgm:bulletEnabled val="1"/>
        </dgm:presLayoutVars>
      </dgm:prSet>
      <dgm:spPr/>
    </dgm:pt>
    <dgm:pt modelId="{D0181AB7-9A84-44F1-AF4E-20A1ECA79B11}" type="pres">
      <dgm:prSet presAssocID="{B77C00C6-9ECE-4A7C-A590-DF2E3AF57A84}" presName="sibTrans" presStyleLbl="sibTrans1D1" presStyleIdx="0" presStyleCnt="7"/>
      <dgm:spPr/>
    </dgm:pt>
    <dgm:pt modelId="{96FC72AD-C4DF-412A-AAAA-FA4C20E6A51C}" type="pres">
      <dgm:prSet presAssocID="{B77C00C6-9ECE-4A7C-A590-DF2E3AF57A84}" presName="connectorText" presStyleLbl="sibTrans1D1" presStyleIdx="0" presStyleCnt="7"/>
      <dgm:spPr/>
    </dgm:pt>
    <dgm:pt modelId="{71F2E6B3-D7CB-480D-9E80-42097E7C92F3}" type="pres">
      <dgm:prSet presAssocID="{9237B074-F592-457B-AE66-02BAEE9C419D}" presName="node" presStyleLbl="node1" presStyleIdx="1" presStyleCnt="8">
        <dgm:presLayoutVars>
          <dgm:bulletEnabled val="1"/>
        </dgm:presLayoutVars>
      </dgm:prSet>
      <dgm:spPr/>
    </dgm:pt>
    <dgm:pt modelId="{1F35B8F3-A74F-4E79-9327-7D2514657ED0}" type="pres">
      <dgm:prSet presAssocID="{CC03B029-C2F1-440E-9DC1-6E4C6DF1CD9C}" presName="sibTrans" presStyleLbl="sibTrans1D1" presStyleIdx="1" presStyleCnt="7"/>
      <dgm:spPr/>
    </dgm:pt>
    <dgm:pt modelId="{57F08797-92AE-41A5-84FD-7A6B0785C6D7}" type="pres">
      <dgm:prSet presAssocID="{CC03B029-C2F1-440E-9DC1-6E4C6DF1CD9C}" presName="connectorText" presStyleLbl="sibTrans1D1" presStyleIdx="1" presStyleCnt="7"/>
      <dgm:spPr/>
    </dgm:pt>
    <dgm:pt modelId="{C8E9C5A0-52D5-43BA-873B-185712EE2B81}" type="pres">
      <dgm:prSet presAssocID="{C4755DD9-6BFE-417C-BE9C-7AD094FED4FD}" presName="node" presStyleLbl="node1" presStyleIdx="2" presStyleCnt="8">
        <dgm:presLayoutVars>
          <dgm:bulletEnabled val="1"/>
        </dgm:presLayoutVars>
      </dgm:prSet>
      <dgm:spPr/>
    </dgm:pt>
    <dgm:pt modelId="{B074FC6F-A84A-47C6-AED0-F079011A3E84}" type="pres">
      <dgm:prSet presAssocID="{FFFF51A0-37C8-4DCE-9902-9244C69B5E86}" presName="sibTrans" presStyleLbl="sibTrans1D1" presStyleIdx="2" presStyleCnt="7"/>
      <dgm:spPr/>
    </dgm:pt>
    <dgm:pt modelId="{CC90451A-1C48-41F7-AA34-0FD362039FA6}" type="pres">
      <dgm:prSet presAssocID="{FFFF51A0-37C8-4DCE-9902-9244C69B5E86}" presName="connectorText" presStyleLbl="sibTrans1D1" presStyleIdx="2" presStyleCnt="7"/>
      <dgm:spPr/>
    </dgm:pt>
    <dgm:pt modelId="{E1C46A6B-17B9-4ED3-8B24-53B73B6F1284}" type="pres">
      <dgm:prSet presAssocID="{B75EE3CF-CA26-4BF5-8C56-AC46B5E3B685}" presName="node" presStyleLbl="node1" presStyleIdx="3" presStyleCnt="8">
        <dgm:presLayoutVars>
          <dgm:bulletEnabled val="1"/>
        </dgm:presLayoutVars>
      </dgm:prSet>
      <dgm:spPr/>
    </dgm:pt>
    <dgm:pt modelId="{EEEF04B8-9BF5-4D57-8CBB-000E5168C4EA}" type="pres">
      <dgm:prSet presAssocID="{BA68BA13-43E2-4068-875F-ECADA5F9C6F5}" presName="sibTrans" presStyleLbl="sibTrans1D1" presStyleIdx="3" presStyleCnt="7"/>
      <dgm:spPr/>
    </dgm:pt>
    <dgm:pt modelId="{6BC102A5-8FD6-4A2E-AD3F-8C0ED13F5B0C}" type="pres">
      <dgm:prSet presAssocID="{BA68BA13-43E2-4068-875F-ECADA5F9C6F5}" presName="connectorText" presStyleLbl="sibTrans1D1" presStyleIdx="3" presStyleCnt="7"/>
      <dgm:spPr/>
    </dgm:pt>
    <dgm:pt modelId="{AC6C65C6-719C-4597-A081-7E2BB179625D}" type="pres">
      <dgm:prSet presAssocID="{32F698DC-0A2C-426A-B49A-98285472A7D2}" presName="node" presStyleLbl="node1" presStyleIdx="4" presStyleCnt="8">
        <dgm:presLayoutVars>
          <dgm:bulletEnabled val="1"/>
        </dgm:presLayoutVars>
      </dgm:prSet>
      <dgm:spPr/>
    </dgm:pt>
    <dgm:pt modelId="{269C6D84-34A2-44B8-BD57-91B792BD8622}" type="pres">
      <dgm:prSet presAssocID="{CFC57F8C-EEEB-478B-917E-96693CE974E2}" presName="sibTrans" presStyleLbl="sibTrans1D1" presStyleIdx="4" presStyleCnt="7"/>
      <dgm:spPr/>
    </dgm:pt>
    <dgm:pt modelId="{B152349A-1F21-4E95-A664-D6D1FAAFF5D3}" type="pres">
      <dgm:prSet presAssocID="{CFC57F8C-EEEB-478B-917E-96693CE974E2}" presName="connectorText" presStyleLbl="sibTrans1D1" presStyleIdx="4" presStyleCnt="7"/>
      <dgm:spPr/>
    </dgm:pt>
    <dgm:pt modelId="{4FFDC724-7059-4619-86E9-15422B6B01DF}" type="pres">
      <dgm:prSet presAssocID="{5C9AE5DB-730F-4597-8106-3E4A9B4C44C1}" presName="node" presStyleLbl="node1" presStyleIdx="5" presStyleCnt="8">
        <dgm:presLayoutVars>
          <dgm:bulletEnabled val="1"/>
        </dgm:presLayoutVars>
      </dgm:prSet>
      <dgm:spPr/>
    </dgm:pt>
    <dgm:pt modelId="{7A5CB7A3-61F2-4135-843F-F9945FA98AD4}" type="pres">
      <dgm:prSet presAssocID="{421F75D9-A42C-42DC-A2F4-E2082C561035}" presName="sibTrans" presStyleLbl="sibTrans1D1" presStyleIdx="5" presStyleCnt="7"/>
      <dgm:spPr/>
    </dgm:pt>
    <dgm:pt modelId="{C3875D57-56AD-42D8-9564-697EBDDEC6CF}" type="pres">
      <dgm:prSet presAssocID="{421F75D9-A42C-42DC-A2F4-E2082C561035}" presName="connectorText" presStyleLbl="sibTrans1D1" presStyleIdx="5" presStyleCnt="7"/>
      <dgm:spPr/>
    </dgm:pt>
    <dgm:pt modelId="{9548CA0E-5F67-4034-8B26-C10C3498FF18}" type="pres">
      <dgm:prSet presAssocID="{E0173E85-3323-4D9D-80B5-FF439E889899}" presName="node" presStyleLbl="node1" presStyleIdx="6" presStyleCnt="8">
        <dgm:presLayoutVars>
          <dgm:bulletEnabled val="1"/>
        </dgm:presLayoutVars>
      </dgm:prSet>
      <dgm:spPr/>
    </dgm:pt>
    <dgm:pt modelId="{15F4D6B9-B393-4718-BA22-DD3FB0B7EA22}" type="pres">
      <dgm:prSet presAssocID="{F0671E7B-1D11-4DF3-8E71-B9D4F969E746}" presName="sibTrans" presStyleLbl="sibTrans1D1" presStyleIdx="6" presStyleCnt="7"/>
      <dgm:spPr/>
    </dgm:pt>
    <dgm:pt modelId="{30F5C249-1B7A-4332-9BC9-B5AAB6E81797}" type="pres">
      <dgm:prSet presAssocID="{F0671E7B-1D11-4DF3-8E71-B9D4F969E746}" presName="connectorText" presStyleLbl="sibTrans1D1" presStyleIdx="6" presStyleCnt="7"/>
      <dgm:spPr/>
    </dgm:pt>
    <dgm:pt modelId="{FFC7A7C6-231F-4F82-B6D1-3DD285A07F64}" type="pres">
      <dgm:prSet presAssocID="{F90D626F-5482-44DC-AF2F-1150C3D173F2}" presName="node" presStyleLbl="node1" presStyleIdx="7" presStyleCnt="8">
        <dgm:presLayoutVars>
          <dgm:bulletEnabled val="1"/>
        </dgm:presLayoutVars>
      </dgm:prSet>
      <dgm:spPr/>
    </dgm:pt>
  </dgm:ptLst>
  <dgm:cxnLst>
    <dgm:cxn modelId="{38DA7103-1F02-4224-B437-B85F8B059F2D}" type="presOf" srcId="{421F75D9-A42C-42DC-A2F4-E2082C561035}" destId="{C3875D57-56AD-42D8-9564-697EBDDEC6CF}" srcOrd="1" destOrd="0" presId="urn:microsoft.com/office/officeart/2016/7/layout/RepeatingBendingProcessNew"/>
    <dgm:cxn modelId="{77CCAA05-6EE4-464C-A700-2C56A1E75F03}" type="presOf" srcId="{B75EE3CF-CA26-4BF5-8C56-AC46B5E3B685}" destId="{E1C46A6B-17B9-4ED3-8B24-53B73B6F1284}" srcOrd="0" destOrd="0" presId="urn:microsoft.com/office/officeart/2016/7/layout/RepeatingBendingProcessNew"/>
    <dgm:cxn modelId="{F2170E0A-03C7-4580-A5A2-9F1B1878C372}" type="presOf" srcId="{32F698DC-0A2C-426A-B49A-98285472A7D2}" destId="{AC6C65C6-719C-4597-A081-7E2BB179625D}" srcOrd="0" destOrd="0" presId="urn:microsoft.com/office/officeart/2016/7/layout/RepeatingBendingProcessNew"/>
    <dgm:cxn modelId="{0FED640B-6B72-45BB-AFDE-28ECB406178D}" type="presOf" srcId="{B77C00C6-9ECE-4A7C-A590-DF2E3AF57A84}" destId="{D0181AB7-9A84-44F1-AF4E-20A1ECA79B11}" srcOrd="0" destOrd="0" presId="urn:microsoft.com/office/officeart/2016/7/layout/RepeatingBendingProcessNew"/>
    <dgm:cxn modelId="{1E19B113-E7B5-4A91-AD3F-E70BDC0E4539}" srcId="{7BB93303-5CDD-4AF4-9348-2B3AD6DA83A7}" destId="{C4755DD9-6BFE-417C-BE9C-7AD094FED4FD}" srcOrd="2" destOrd="0" parTransId="{E9AF4380-5E63-4E3A-BEA7-25DA20B5260F}" sibTransId="{FFFF51A0-37C8-4DCE-9902-9244C69B5E86}"/>
    <dgm:cxn modelId="{69020218-ED51-40FF-9D85-AB0CDE64BB67}" type="presOf" srcId="{CC03B029-C2F1-440E-9DC1-6E4C6DF1CD9C}" destId="{57F08797-92AE-41A5-84FD-7A6B0785C6D7}" srcOrd="1" destOrd="0" presId="urn:microsoft.com/office/officeart/2016/7/layout/RepeatingBendingProcessNew"/>
    <dgm:cxn modelId="{F21D4E2D-230D-4EF1-9FA0-E4236266443D}" type="presOf" srcId="{FFFF51A0-37C8-4DCE-9902-9244C69B5E86}" destId="{B074FC6F-A84A-47C6-AED0-F079011A3E84}" srcOrd="0" destOrd="0" presId="urn:microsoft.com/office/officeart/2016/7/layout/RepeatingBendingProcessNew"/>
    <dgm:cxn modelId="{996F8630-25A8-45A6-B630-7F0C887B26DB}" srcId="{7BB93303-5CDD-4AF4-9348-2B3AD6DA83A7}" destId="{5C9AE5DB-730F-4597-8106-3E4A9B4C44C1}" srcOrd="5" destOrd="0" parTransId="{90264E00-5530-495E-8426-D723164DA010}" sibTransId="{421F75D9-A42C-42DC-A2F4-E2082C561035}"/>
    <dgm:cxn modelId="{DFAC7E3D-D4F0-45DF-8D82-C50207687BEA}" type="presOf" srcId="{FFFF51A0-37C8-4DCE-9902-9244C69B5E86}" destId="{CC90451A-1C48-41F7-AA34-0FD362039FA6}" srcOrd="1" destOrd="0" presId="urn:microsoft.com/office/officeart/2016/7/layout/RepeatingBendingProcessNew"/>
    <dgm:cxn modelId="{4FBFF145-E656-46B2-9048-2F90F397076F}" type="presOf" srcId="{E0173E85-3323-4D9D-80B5-FF439E889899}" destId="{9548CA0E-5F67-4034-8B26-C10C3498FF18}" srcOrd="0" destOrd="0" presId="urn:microsoft.com/office/officeart/2016/7/layout/RepeatingBendingProcessNew"/>
    <dgm:cxn modelId="{802B9166-9989-4EFF-88FB-14F65BBE8E43}" type="presOf" srcId="{CC03B029-C2F1-440E-9DC1-6E4C6DF1CD9C}" destId="{1F35B8F3-A74F-4E79-9327-7D2514657ED0}" srcOrd="0" destOrd="0" presId="urn:microsoft.com/office/officeart/2016/7/layout/RepeatingBendingProcessNew"/>
    <dgm:cxn modelId="{3696A967-FCA6-4B94-B0A9-28B48C2AB2D5}" type="presOf" srcId="{F0671E7B-1D11-4DF3-8E71-B9D4F969E746}" destId="{30F5C249-1B7A-4332-9BC9-B5AAB6E81797}" srcOrd="1" destOrd="0" presId="urn:microsoft.com/office/officeart/2016/7/layout/RepeatingBendingProcessNew"/>
    <dgm:cxn modelId="{5979996B-DFDA-445F-8433-A1FABAC0CE06}" srcId="{7BB93303-5CDD-4AF4-9348-2B3AD6DA83A7}" destId="{A328AEB8-5ABF-4269-9A0C-89DAD42F255D}" srcOrd="0" destOrd="0" parTransId="{E3183400-399C-4461-979A-4E2F181CB939}" sibTransId="{B77C00C6-9ECE-4A7C-A590-DF2E3AF57A84}"/>
    <dgm:cxn modelId="{AA86F97A-6BBB-4B77-9ED3-7ACA770421BD}" type="presOf" srcId="{CFC57F8C-EEEB-478B-917E-96693CE974E2}" destId="{269C6D84-34A2-44B8-BD57-91B792BD8622}" srcOrd="0" destOrd="0" presId="urn:microsoft.com/office/officeart/2016/7/layout/RepeatingBendingProcessNew"/>
    <dgm:cxn modelId="{47140A7B-F7A5-43A5-9DD3-F60C6EBA2EDD}" srcId="{7BB93303-5CDD-4AF4-9348-2B3AD6DA83A7}" destId="{E0173E85-3323-4D9D-80B5-FF439E889899}" srcOrd="6" destOrd="0" parTransId="{B909B6E2-65C1-4EF9-BAB2-03A0A42BC521}" sibTransId="{F0671E7B-1D11-4DF3-8E71-B9D4F969E746}"/>
    <dgm:cxn modelId="{EA3F597C-AF70-4AD7-A644-2A5AAB1EE8D2}" type="presOf" srcId="{A328AEB8-5ABF-4269-9A0C-89DAD42F255D}" destId="{0A6634BA-6F47-4295-819C-96AF8D9ED8E1}" srcOrd="0" destOrd="0" presId="urn:microsoft.com/office/officeart/2016/7/layout/RepeatingBendingProcessNew"/>
    <dgm:cxn modelId="{4424687D-98FF-4922-820E-B4AC1855CA9A}" type="presOf" srcId="{C4755DD9-6BFE-417C-BE9C-7AD094FED4FD}" destId="{C8E9C5A0-52D5-43BA-873B-185712EE2B81}" srcOrd="0" destOrd="0" presId="urn:microsoft.com/office/officeart/2016/7/layout/RepeatingBendingProcessNew"/>
    <dgm:cxn modelId="{6E92B082-EF53-4373-8C66-701A3FA52214}" type="presOf" srcId="{7BB93303-5CDD-4AF4-9348-2B3AD6DA83A7}" destId="{F1934BAD-03D8-44C1-9D6C-7C547A118153}" srcOrd="0" destOrd="0" presId="urn:microsoft.com/office/officeart/2016/7/layout/RepeatingBendingProcessNew"/>
    <dgm:cxn modelId="{404A2A8B-1C4D-4A4A-8CDD-0EF270887602}" type="presOf" srcId="{F90D626F-5482-44DC-AF2F-1150C3D173F2}" destId="{FFC7A7C6-231F-4F82-B6D1-3DD285A07F64}" srcOrd="0" destOrd="0" presId="urn:microsoft.com/office/officeart/2016/7/layout/RepeatingBendingProcessNew"/>
    <dgm:cxn modelId="{AF53428E-496B-40C4-A3A6-5FD00794AE06}" type="presOf" srcId="{B77C00C6-9ECE-4A7C-A590-DF2E3AF57A84}" destId="{96FC72AD-C4DF-412A-AAAA-FA4C20E6A51C}" srcOrd="1" destOrd="0" presId="urn:microsoft.com/office/officeart/2016/7/layout/RepeatingBendingProcessNew"/>
    <dgm:cxn modelId="{5FE5EE91-DDDC-4345-9E12-1D8A06905FD6}" srcId="{7BB93303-5CDD-4AF4-9348-2B3AD6DA83A7}" destId="{9237B074-F592-457B-AE66-02BAEE9C419D}" srcOrd="1" destOrd="0" parTransId="{B79ABC8D-4CBE-43D2-84CA-FA1F5EB094F3}" sibTransId="{CC03B029-C2F1-440E-9DC1-6E4C6DF1CD9C}"/>
    <dgm:cxn modelId="{B938F095-1B7B-4789-A566-DB128FBCC84E}" srcId="{7BB93303-5CDD-4AF4-9348-2B3AD6DA83A7}" destId="{B75EE3CF-CA26-4BF5-8C56-AC46B5E3B685}" srcOrd="3" destOrd="0" parTransId="{DF25F675-31FC-4188-AD7C-E8FCAEC1F203}" sibTransId="{BA68BA13-43E2-4068-875F-ECADA5F9C6F5}"/>
    <dgm:cxn modelId="{FA163FA5-A876-4FE9-93D1-3D5911B22E98}" type="presOf" srcId="{BA68BA13-43E2-4068-875F-ECADA5F9C6F5}" destId="{6BC102A5-8FD6-4A2E-AD3F-8C0ED13F5B0C}" srcOrd="1" destOrd="0" presId="urn:microsoft.com/office/officeart/2016/7/layout/RepeatingBendingProcessNew"/>
    <dgm:cxn modelId="{65FA08A8-5742-46D6-A0E4-E9BA94FE4FF6}" type="presOf" srcId="{CFC57F8C-EEEB-478B-917E-96693CE974E2}" destId="{B152349A-1F21-4E95-A664-D6D1FAAFF5D3}" srcOrd="1" destOrd="0" presId="urn:microsoft.com/office/officeart/2016/7/layout/RepeatingBendingProcessNew"/>
    <dgm:cxn modelId="{4044A8B5-E7E5-4030-A7E7-61B4F3F5F9B1}" type="presOf" srcId="{9237B074-F592-457B-AE66-02BAEE9C419D}" destId="{71F2E6B3-D7CB-480D-9E80-42097E7C92F3}" srcOrd="0" destOrd="0" presId="urn:microsoft.com/office/officeart/2016/7/layout/RepeatingBendingProcessNew"/>
    <dgm:cxn modelId="{21EDCEB7-686C-477E-BBFF-9F9FCEA7A172}" type="presOf" srcId="{5C9AE5DB-730F-4597-8106-3E4A9B4C44C1}" destId="{4FFDC724-7059-4619-86E9-15422B6B01DF}" srcOrd="0" destOrd="0" presId="urn:microsoft.com/office/officeart/2016/7/layout/RepeatingBendingProcessNew"/>
    <dgm:cxn modelId="{8A97ABBF-8B0C-4669-B01B-8FBC770A29EB}" type="presOf" srcId="{BA68BA13-43E2-4068-875F-ECADA5F9C6F5}" destId="{EEEF04B8-9BF5-4D57-8CBB-000E5168C4EA}" srcOrd="0" destOrd="0" presId="urn:microsoft.com/office/officeart/2016/7/layout/RepeatingBendingProcessNew"/>
    <dgm:cxn modelId="{736DEEC6-5212-45B5-A65A-A9DB96AEF17B}" type="presOf" srcId="{F0671E7B-1D11-4DF3-8E71-B9D4F969E746}" destId="{15F4D6B9-B393-4718-BA22-DD3FB0B7EA22}" srcOrd="0" destOrd="0" presId="urn:microsoft.com/office/officeart/2016/7/layout/RepeatingBendingProcessNew"/>
    <dgm:cxn modelId="{79644AC7-93AA-41A2-A143-F9772890C28B}" type="presOf" srcId="{421F75D9-A42C-42DC-A2F4-E2082C561035}" destId="{7A5CB7A3-61F2-4135-843F-F9945FA98AD4}" srcOrd="0" destOrd="0" presId="urn:microsoft.com/office/officeart/2016/7/layout/RepeatingBendingProcessNew"/>
    <dgm:cxn modelId="{CBE07FD7-91B0-4BD4-861E-37C605798C9B}" srcId="{7BB93303-5CDD-4AF4-9348-2B3AD6DA83A7}" destId="{F90D626F-5482-44DC-AF2F-1150C3D173F2}" srcOrd="7" destOrd="0" parTransId="{F4506818-26B9-40CE-8E8F-0D7A9FA7C659}" sibTransId="{9F517FDF-0225-48E0-A27C-F664EFD5E614}"/>
    <dgm:cxn modelId="{F7C7ECFD-0A2C-4342-9FA8-30D0386AF362}" srcId="{7BB93303-5CDD-4AF4-9348-2B3AD6DA83A7}" destId="{32F698DC-0A2C-426A-B49A-98285472A7D2}" srcOrd="4" destOrd="0" parTransId="{7C5ECC54-B59F-43DC-980C-C7E243C85ADB}" sibTransId="{CFC57F8C-EEEB-478B-917E-96693CE974E2}"/>
    <dgm:cxn modelId="{BACA1D12-8629-4BE1-AC4B-20E553B585F4}" type="presParOf" srcId="{F1934BAD-03D8-44C1-9D6C-7C547A118153}" destId="{0A6634BA-6F47-4295-819C-96AF8D9ED8E1}" srcOrd="0" destOrd="0" presId="urn:microsoft.com/office/officeart/2016/7/layout/RepeatingBendingProcessNew"/>
    <dgm:cxn modelId="{390FA7BF-257F-45C9-ABA4-C1DC864C6F51}" type="presParOf" srcId="{F1934BAD-03D8-44C1-9D6C-7C547A118153}" destId="{D0181AB7-9A84-44F1-AF4E-20A1ECA79B11}" srcOrd="1" destOrd="0" presId="urn:microsoft.com/office/officeart/2016/7/layout/RepeatingBendingProcessNew"/>
    <dgm:cxn modelId="{0514FF6E-F816-4320-AC16-3E8F9AE2B3E2}" type="presParOf" srcId="{D0181AB7-9A84-44F1-AF4E-20A1ECA79B11}" destId="{96FC72AD-C4DF-412A-AAAA-FA4C20E6A51C}" srcOrd="0" destOrd="0" presId="urn:microsoft.com/office/officeart/2016/7/layout/RepeatingBendingProcessNew"/>
    <dgm:cxn modelId="{61EB590B-0099-4899-A199-7B5BA88D483D}" type="presParOf" srcId="{F1934BAD-03D8-44C1-9D6C-7C547A118153}" destId="{71F2E6B3-D7CB-480D-9E80-42097E7C92F3}" srcOrd="2" destOrd="0" presId="urn:microsoft.com/office/officeart/2016/7/layout/RepeatingBendingProcessNew"/>
    <dgm:cxn modelId="{4C281411-A35C-473E-8748-A3F6F74F2C6F}" type="presParOf" srcId="{F1934BAD-03D8-44C1-9D6C-7C547A118153}" destId="{1F35B8F3-A74F-4E79-9327-7D2514657ED0}" srcOrd="3" destOrd="0" presId="urn:microsoft.com/office/officeart/2016/7/layout/RepeatingBendingProcessNew"/>
    <dgm:cxn modelId="{2B863C84-7D7D-4655-9C08-614C6D7C5F7D}" type="presParOf" srcId="{1F35B8F3-A74F-4E79-9327-7D2514657ED0}" destId="{57F08797-92AE-41A5-84FD-7A6B0785C6D7}" srcOrd="0" destOrd="0" presId="urn:microsoft.com/office/officeart/2016/7/layout/RepeatingBendingProcessNew"/>
    <dgm:cxn modelId="{AB110CA4-C06A-46E0-A0DA-9E5342B46E9F}" type="presParOf" srcId="{F1934BAD-03D8-44C1-9D6C-7C547A118153}" destId="{C8E9C5A0-52D5-43BA-873B-185712EE2B81}" srcOrd="4" destOrd="0" presId="urn:microsoft.com/office/officeart/2016/7/layout/RepeatingBendingProcessNew"/>
    <dgm:cxn modelId="{08E22D72-394A-48DD-8442-F91CAA70F4F6}" type="presParOf" srcId="{F1934BAD-03D8-44C1-9D6C-7C547A118153}" destId="{B074FC6F-A84A-47C6-AED0-F079011A3E84}" srcOrd="5" destOrd="0" presId="urn:microsoft.com/office/officeart/2016/7/layout/RepeatingBendingProcessNew"/>
    <dgm:cxn modelId="{10FDB879-627C-4310-9DAC-3D089BBD66F4}" type="presParOf" srcId="{B074FC6F-A84A-47C6-AED0-F079011A3E84}" destId="{CC90451A-1C48-41F7-AA34-0FD362039FA6}" srcOrd="0" destOrd="0" presId="urn:microsoft.com/office/officeart/2016/7/layout/RepeatingBendingProcessNew"/>
    <dgm:cxn modelId="{78C9417A-C108-49F4-A16A-3D3AE97F05EB}" type="presParOf" srcId="{F1934BAD-03D8-44C1-9D6C-7C547A118153}" destId="{E1C46A6B-17B9-4ED3-8B24-53B73B6F1284}" srcOrd="6" destOrd="0" presId="urn:microsoft.com/office/officeart/2016/7/layout/RepeatingBendingProcessNew"/>
    <dgm:cxn modelId="{2398C751-A82C-4E45-9E37-B3DAA320BC72}" type="presParOf" srcId="{F1934BAD-03D8-44C1-9D6C-7C547A118153}" destId="{EEEF04B8-9BF5-4D57-8CBB-000E5168C4EA}" srcOrd="7" destOrd="0" presId="urn:microsoft.com/office/officeart/2016/7/layout/RepeatingBendingProcessNew"/>
    <dgm:cxn modelId="{8F4CDB6E-4704-46D9-8759-B0093F50157A}" type="presParOf" srcId="{EEEF04B8-9BF5-4D57-8CBB-000E5168C4EA}" destId="{6BC102A5-8FD6-4A2E-AD3F-8C0ED13F5B0C}" srcOrd="0" destOrd="0" presId="urn:microsoft.com/office/officeart/2016/7/layout/RepeatingBendingProcessNew"/>
    <dgm:cxn modelId="{2F545C48-FBD0-41D0-9E5C-AD5D37D4F97F}" type="presParOf" srcId="{F1934BAD-03D8-44C1-9D6C-7C547A118153}" destId="{AC6C65C6-719C-4597-A081-7E2BB179625D}" srcOrd="8" destOrd="0" presId="urn:microsoft.com/office/officeart/2016/7/layout/RepeatingBendingProcessNew"/>
    <dgm:cxn modelId="{DD1A55E7-AD1D-423F-AB5B-3C0463250BED}" type="presParOf" srcId="{F1934BAD-03D8-44C1-9D6C-7C547A118153}" destId="{269C6D84-34A2-44B8-BD57-91B792BD8622}" srcOrd="9" destOrd="0" presId="urn:microsoft.com/office/officeart/2016/7/layout/RepeatingBendingProcessNew"/>
    <dgm:cxn modelId="{E8C67274-BCE1-4082-9B2F-66E7598E2BC5}" type="presParOf" srcId="{269C6D84-34A2-44B8-BD57-91B792BD8622}" destId="{B152349A-1F21-4E95-A664-D6D1FAAFF5D3}" srcOrd="0" destOrd="0" presId="urn:microsoft.com/office/officeart/2016/7/layout/RepeatingBendingProcessNew"/>
    <dgm:cxn modelId="{5480FFC8-DEF5-4467-942D-83FDF4694F8B}" type="presParOf" srcId="{F1934BAD-03D8-44C1-9D6C-7C547A118153}" destId="{4FFDC724-7059-4619-86E9-15422B6B01DF}" srcOrd="10" destOrd="0" presId="urn:microsoft.com/office/officeart/2016/7/layout/RepeatingBendingProcessNew"/>
    <dgm:cxn modelId="{456A85DD-2B66-4C64-BA48-06CDF8B1B683}" type="presParOf" srcId="{F1934BAD-03D8-44C1-9D6C-7C547A118153}" destId="{7A5CB7A3-61F2-4135-843F-F9945FA98AD4}" srcOrd="11" destOrd="0" presId="urn:microsoft.com/office/officeart/2016/7/layout/RepeatingBendingProcessNew"/>
    <dgm:cxn modelId="{332D559E-7B18-4C70-8FEF-02935C5D13D7}" type="presParOf" srcId="{7A5CB7A3-61F2-4135-843F-F9945FA98AD4}" destId="{C3875D57-56AD-42D8-9564-697EBDDEC6CF}" srcOrd="0" destOrd="0" presId="urn:microsoft.com/office/officeart/2016/7/layout/RepeatingBendingProcessNew"/>
    <dgm:cxn modelId="{BC1BC4B5-BCC5-4E53-BA66-4B5D484C5FA8}" type="presParOf" srcId="{F1934BAD-03D8-44C1-9D6C-7C547A118153}" destId="{9548CA0E-5F67-4034-8B26-C10C3498FF18}" srcOrd="12" destOrd="0" presId="urn:microsoft.com/office/officeart/2016/7/layout/RepeatingBendingProcessNew"/>
    <dgm:cxn modelId="{94C42295-2F47-4105-BFE3-C3ED3B862266}" type="presParOf" srcId="{F1934BAD-03D8-44C1-9D6C-7C547A118153}" destId="{15F4D6B9-B393-4718-BA22-DD3FB0B7EA22}" srcOrd="13" destOrd="0" presId="urn:microsoft.com/office/officeart/2016/7/layout/RepeatingBendingProcessNew"/>
    <dgm:cxn modelId="{17A5580B-87AE-46B2-9FD4-60A888404D1F}" type="presParOf" srcId="{15F4D6B9-B393-4718-BA22-DD3FB0B7EA22}" destId="{30F5C249-1B7A-4332-9BC9-B5AAB6E81797}" srcOrd="0" destOrd="0" presId="urn:microsoft.com/office/officeart/2016/7/layout/RepeatingBendingProcessNew"/>
    <dgm:cxn modelId="{994FAAD4-B0C4-4EAA-A54C-D20547513F46}" type="presParOf" srcId="{F1934BAD-03D8-44C1-9D6C-7C547A118153}" destId="{FFC7A7C6-231F-4F82-B6D1-3DD285A07F64}" srcOrd="14" destOrd="0" presId="urn:microsoft.com/office/officeart/2016/7/layout/RepeatingBendingProcessNew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C5C06BB2-0B4D-4772-925E-928CCB806C0D}" type="doc">
      <dgm:prSet loTypeId="urn:microsoft.com/office/officeart/2018/5/layout/IconLeafLabelList" loCatId="icon" qsTypeId="urn:microsoft.com/office/officeart/2005/8/quickstyle/simple1" qsCatId="simple" csTypeId="urn:microsoft.com/office/officeart/2018/5/colors/Iconchunking_neutralicon_colorful1" csCatId="colorful" phldr="1"/>
      <dgm:spPr/>
      <dgm:t>
        <a:bodyPr/>
        <a:lstStyle/>
        <a:p>
          <a:endParaRPr lang="en-US"/>
        </a:p>
      </dgm:t>
    </dgm:pt>
    <dgm:pt modelId="{5CBD6EEC-0FA5-4E86-A089-47E686326810}">
      <dgm:prSet/>
      <dgm:spPr/>
      <dgm:t>
        <a:bodyPr/>
        <a:lstStyle/>
        <a:p>
          <a:pPr>
            <a:lnSpc>
              <a:spcPct val="100000"/>
            </a:lnSpc>
            <a:defRPr cap="all"/>
          </a:pPr>
          <a:r>
            <a:rPr lang="en-US"/>
            <a:t>API Limitations</a:t>
          </a:r>
        </a:p>
      </dgm:t>
    </dgm:pt>
    <dgm:pt modelId="{D352E9B1-2F58-49CF-BECE-9731919524BE}" type="parTrans" cxnId="{C5663AA2-E088-4A66-8A0A-4B858692E9E8}">
      <dgm:prSet/>
      <dgm:spPr/>
      <dgm:t>
        <a:bodyPr/>
        <a:lstStyle/>
        <a:p>
          <a:endParaRPr lang="en-US"/>
        </a:p>
      </dgm:t>
    </dgm:pt>
    <dgm:pt modelId="{20A78CA6-E60F-49BE-96F6-D9E29E5864E0}" type="sibTrans" cxnId="{C5663AA2-E088-4A66-8A0A-4B858692E9E8}">
      <dgm:prSet/>
      <dgm:spPr/>
      <dgm:t>
        <a:bodyPr/>
        <a:lstStyle/>
        <a:p>
          <a:endParaRPr lang="en-US"/>
        </a:p>
      </dgm:t>
    </dgm:pt>
    <dgm:pt modelId="{94A377AA-8C38-4FDA-B6AB-1D0B9EA35736}">
      <dgm:prSet/>
      <dgm:spPr/>
      <dgm:t>
        <a:bodyPr/>
        <a:lstStyle/>
        <a:p>
          <a:pPr>
            <a:lnSpc>
              <a:spcPct val="100000"/>
            </a:lnSpc>
            <a:defRPr cap="all"/>
          </a:pPr>
          <a:r>
            <a:rPr lang="en-US"/>
            <a:t>Source data is not fully fetched.</a:t>
          </a:r>
        </a:p>
      </dgm:t>
    </dgm:pt>
    <dgm:pt modelId="{D7AAC7EF-72D3-4377-820B-BBD5F35CFCE5}" type="parTrans" cxnId="{30F1FF8D-C6C3-4A15-BA34-514ACDD2E700}">
      <dgm:prSet/>
      <dgm:spPr/>
      <dgm:t>
        <a:bodyPr/>
        <a:lstStyle/>
        <a:p>
          <a:endParaRPr lang="en-US"/>
        </a:p>
      </dgm:t>
    </dgm:pt>
    <dgm:pt modelId="{EF2BFC51-BA17-4186-8904-BAA23BE42D7A}" type="sibTrans" cxnId="{30F1FF8D-C6C3-4A15-BA34-514ACDD2E700}">
      <dgm:prSet/>
      <dgm:spPr/>
      <dgm:t>
        <a:bodyPr/>
        <a:lstStyle/>
        <a:p>
          <a:endParaRPr lang="en-US"/>
        </a:p>
      </dgm:t>
    </dgm:pt>
    <dgm:pt modelId="{0E67C569-98E1-4151-83C2-F29F1A75070A}" type="pres">
      <dgm:prSet presAssocID="{C5C06BB2-0B4D-4772-925E-928CCB806C0D}" presName="root" presStyleCnt="0">
        <dgm:presLayoutVars>
          <dgm:dir/>
          <dgm:resizeHandles val="exact"/>
        </dgm:presLayoutVars>
      </dgm:prSet>
      <dgm:spPr/>
    </dgm:pt>
    <dgm:pt modelId="{B26F73C3-9708-466D-BA02-E39259802ACD}" type="pres">
      <dgm:prSet presAssocID="{5CBD6EEC-0FA5-4E86-A089-47E686326810}" presName="compNode" presStyleCnt="0"/>
      <dgm:spPr/>
    </dgm:pt>
    <dgm:pt modelId="{830428B4-0A51-4D19-8195-3E84D0853D44}" type="pres">
      <dgm:prSet presAssocID="{5CBD6EEC-0FA5-4E86-A089-47E686326810}" presName="iconBgRect" presStyleLbl="bgShp" presStyleIdx="0" presStyleCnt="2"/>
      <dgm:spPr>
        <a:prstGeom prst="round2DiagRect">
          <a:avLst>
            <a:gd name="adj1" fmla="val 29727"/>
            <a:gd name="adj2" fmla="val 0"/>
          </a:avLst>
        </a:prstGeom>
      </dgm:spPr>
    </dgm:pt>
    <dgm:pt modelId="{02329271-45DF-4E67-8F0D-5D298A28BD80}" type="pres">
      <dgm:prSet presAssocID="{5CBD6EEC-0FA5-4E86-A089-47E686326810}" presName="iconRect" presStyleLbl="node1" presStyleIdx="0" presStyleCnt="2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Warning"/>
        </a:ext>
      </dgm:extLst>
    </dgm:pt>
    <dgm:pt modelId="{5705C709-0706-487F-8AE7-7FF2FB1D996E}" type="pres">
      <dgm:prSet presAssocID="{5CBD6EEC-0FA5-4E86-A089-47E686326810}" presName="spaceRect" presStyleCnt="0"/>
      <dgm:spPr/>
    </dgm:pt>
    <dgm:pt modelId="{8C219131-75F5-4AD6-A8A5-EBDFB923F2C1}" type="pres">
      <dgm:prSet presAssocID="{5CBD6EEC-0FA5-4E86-A089-47E686326810}" presName="textRect" presStyleLbl="revTx" presStyleIdx="0" presStyleCnt="2">
        <dgm:presLayoutVars>
          <dgm:chMax val="1"/>
          <dgm:chPref val="1"/>
        </dgm:presLayoutVars>
      </dgm:prSet>
      <dgm:spPr/>
    </dgm:pt>
    <dgm:pt modelId="{EE117214-25CA-4C15-A6E2-DE2A38AC5296}" type="pres">
      <dgm:prSet presAssocID="{20A78CA6-E60F-49BE-96F6-D9E29E5864E0}" presName="sibTrans" presStyleCnt="0"/>
      <dgm:spPr/>
    </dgm:pt>
    <dgm:pt modelId="{2E8E78E7-9FF4-4828-8AA1-CDB9F2D18EC7}" type="pres">
      <dgm:prSet presAssocID="{94A377AA-8C38-4FDA-B6AB-1D0B9EA35736}" presName="compNode" presStyleCnt="0"/>
      <dgm:spPr/>
    </dgm:pt>
    <dgm:pt modelId="{D7AA7466-E348-460E-8EED-84B3C69854AF}" type="pres">
      <dgm:prSet presAssocID="{94A377AA-8C38-4FDA-B6AB-1D0B9EA35736}" presName="iconBgRect" presStyleLbl="bgShp" presStyleIdx="1" presStyleCnt="2"/>
      <dgm:spPr>
        <a:prstGeom prst="round2DiagRect">
          <a:avLst>
            <a:gd name="adj1" fmla="val 29727"/>
            <a:gd name="adj2" fmla="val 0"/>
          </a:avLst>
        </a:prstGeom>
      </dgm:spPr>
    </dgm:pt>
    <dgm:pt modelId="{596EC4A1-9BE3-4FEC-91BB-828F98E722E9}" type="pres">
      <dgm:prSet presAssocID="{94A377AA-8C38-4FDA-B6AB-1D0B9EA35736}" presName="iconRect" presStyleLbl="node1" presStyleIdx="1" presStyleCnt="2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Database"/>
        </a:ext>
      </dgm:extLst>
    </dgm:pt>
    <dgm:pt modelId="{DB4FBBE4-7473-4D4D-BE50-501E36118D31}" type="pres">
      <dgm:prSet presAssocID="{94A377AA-8C38-4FDA-B6AB-1D0B9EA35736}" presName="spaceRect" presStyleCnt="0"/>
      <dgm:spPr/>
    </dgm:pt>
    <dgm:pt modelId="{E5479DD7-3E56-4022-BA40-AFB27F644876}" type="pres">
      <dgm:prSet presAssocID="{94A377AA-8C38-4FDA-B6AB-1D0B9EA35736}" presName="textRect" presStyleLbl="revTx" presStyleIdx="1" presStyleCnt="2">
        <dgm:presLayoutVars>
          <dgm:chMax val="1"/>
          <dgm:chPref val="1"/>
        </dgm:presLayoutVars>
      </dgm:prSet>
      <dgm:spPr/>
    </dgm:pt>
  </dgm:ptLst>
  <dgm:cxnLst>
    <dgm:cxn modelId="{0FACF747-4D72-442E-B0A3-60CD87074912}" type="presOf" srcId="{94A377AA-8C38-4FDA-B6AB-1D0B9EA35736}" destId="{E5479DD7-3E56-4022-BA40-AFB27F644876}" srcOrd="0" destOrd="0" presId="urn:microsoft.com/office/officeart/2018/5/layout/IconLeafLabelList"/>
    <dgm:cxn modelId="{A881D851-50A1-4FF7-A487-BFF99AD7F7B9}" type="presOf" srcId="{5CBD6EEC-0FA5-4E86-A089-47E686326810}" destId="{8C219131-75F5-4AD6-A8A5-EBDFB923F2C1}" srcOrd="0" destOrd="0" presId="urn:microsoft.com/office/officeart/2018/5/layout/IconLeafLabelList"/>
    <dgm:cxn modelId="{30F1FF8D-C6C3-4A15-BA34-514ACDD2E700}" srcId="{C5C06BB2-0B4D-4772-925E-928CCB806C0D}" destId="{94A377AA-8C38-4FDA-B6AB-1D0B9EA35736}" srcOrd="1" destOrd="0" parTransId="{D7AAC7EF-72D3-4377-820B-BBD5F35CFCE5}" sibTransId="{EF2BFC51-BA17-4186-8904-BAA23BE42D7A}"/>
    <dgm:cxn modelId="{C5663AA2-E088-4A66-8A0A-4B858692E9E8}" srcId="{C5C06BB2-0B4D-4772-925E-928CCB806C0D}" destId="{5CBD6EEC-0FA5-4E86-A089-47E686326810}" srcOrd="0" destOrd="0" parTransId="{D352E9B1-2F58-49CF-BECE-9731919524BE}" sibTransId="{20A78CA6-E60F-49BE-96F6-D9E29E5864E0}"/>
    <dgm:cxn modelId="{2BEE86AE-67C0-4025-9049-205DBB3BF138}" type="presOf" srcId="{C5C06BB2-0B4D-4772-925E-928CCB806C0D}" destId="{0E67C569-98E1-4151-83C2-F29F1A75070A}" srcOrd="0" destOrd="0" presId="urn:microsoft.com/office/officeart/2018/5/layout/IconLeafLabelList"/>
    <dgm:cxn modelId="{201A0FDA-1727-4513-B1C5-DB486CB423B9}" type="presParOf" srcId="{0E67C569-98E1-4151-83C2-F29F1A75070A}" destId="{B26F73C3-9708-466D-BA02-E39259802ACD}" srcOrd="0" destOrd="0" presId="urn:microsoft.com/office/officeart/2018/5/layout/IconLeafLabelList"/>
    <dgm:cxn modelId="{DF54F53C-584A-45A1-B3F1-8D3E337043BC}" type="presParOf" srcId="{B26F73C3-9708-466D-BA02-E39259802ACD}" destId="{830428B4-0A51-4D19-8195-3E84D0853D44}" srcOrd="0" destOrd="0" presId="urn:microsoft.com/office/officeart/2018/5/layout/IconLeafLabelList"/>
    <dgm:cxn modelId="{B1BC3AA3-F232-4DDE-B9E9-C558131B6331}" type="presParOf" srcId="{B26F73C3-9708-466D-BA02-E39259802ACD}" destId="{02329271-45DF-4E67-8F0D-5D298A28BD80}" srcOrd="1" destOrd="0" presId="urn:microsoft.com/office/officeart/2018/5/layout/IconLeafLabelList"/>
    <dgm:cxn modelId="{CC0FBA7A-34AD-480B-A6DF-8DE1D497E6DF}" type="presParOf" srcId="{B26F73C3-9708-466D-BA02-E39259802ACD}" destId="{5705C709-0706-487F-8AE7-7FF2FB1D996E}" srcOrd="2" destOrd="0" presId="urn:microsoft.com/office/officeart/2018/5/layout/IconLeafLabelList"/>
    <dgm:cxn modelId="{D44EC74E-4144-4AD2-B1DA-4E7A275198D2}" type="presParOf" srcId="{B26F73C3-9708-466D-BA02-E39259802ACD}" destId="{8C219131-75F5-4AD6-A8A5-EBDFB923F2C1}" srcOrd="3" destOrd="0" presId="urn:microsoft.com/office/officeart/2018/5/layout/IconLeafLabelList"/>
    <dgm:cxn modelId="{728AB580-A5F5-49EB-91B5-63EB3DD6485C}" type="presParOf" srcId="{0E67C569-98E1-4151-83C2-F29F1A75070A}" destId="{EE117214-25CA-4C15-A6E2-DE2A38AC5296}" srcOrd="1" destOrd="0" presId="urn:microsoft.com/office/officeart/2018/5/layout/IconLeafLabelList"/>
    <dgm:cxn modelId="{43AF24ED-B448-4023-83FC-DBD4037FCE77}" type="presParOf" srcId="{0E67C569-98E1-4151-83C2-F29F1A75070A}" destId="{2E8E78E7-9FF4-4828-8AA1-CDB9F2D18EC7}" srcOrd="2" destOrd="0" presId="urn:microsoft.com/office/officeart/2018/5/layout/IconLeafLabelList"/>
    <dgm:cxn modelId="{19FE0959-6598-41CF-A207-BFC610C7B70F}" type="presParOf" srcId="{2E8E78E7-9FF4-4828-8AA1-CDB9F2D18EC7}" destId="{D7AA7466-E348-460E-8EED-84B3C69854AF}" srcOrd="0" destOrd="0" presId="urn:microsoft.com/office/officeart/2018/5/layout/IconLeafLabelList"/>
    <dgm:cxn modelId="{B75B84D6-46B8-4339-B462-6F9812A0CC6D}" type="presParOf" srcId="{2E8E78E7-9FF4-4828-8AA1-CDB9F2D18EC7}" destId="{596EC4A1-9BE3-4FEC-91BB-828F98E722E9}" srcOrd="1" destOrd="0" presId="urn:microsoft.com/office/officeart/2018/5/layout/IconLeafLabelList"/>
    <dgm:cxn modelId="{85888E8A-EA09-406F-998D-A35878C745DB}" type="presParOf" srcId="{2E8E78E7-9FF4-4828-8AA1-CDB9F2D18EC7}" destId="{DB4FBBE4-7473-4D4D-BE50-501E36118D31}" srcOrd="2" destOrd="0" presId="urn:microsoft.com/office/officeart/2018/5/layout/IconLeafLabelList"/>
    <dgm:cxn modelId="{5A8CC2CB-7588-4FCF-AB50-55671C6772DA}" type="presParOf" srcId="{2E8E78E7-9FF4-4828-8AA1-CDB9F2D18EC7}" destId="{E5479DD7-3E56-4022-BA40-AFB27F644876}" srcOrd="3" destOrd="0" presId="urn:microsoft.com/office/officeart/2018/5/layout/IconLeafLabelLis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2DAB7D6B-1D48-4693-981A-76162B0E4DA9}" type="doc">
      <dgm:prSet loTypeId="urn:microsoft.com/office/officeart/2005/8/layout/vProcess5" loCatId="process" qsTypeId="urn:microsoft.com/office/officeart/2005/8/quickstyle/simple1" qsCatId="simple" csTypeId="urn:microsoft.com/office/officeart/2005/8/colors/colorful1" csCatId="colorful" phldr="1"/>
      <dgm:spPr/>
      <dgm:t>
        <a:bodyPr/>
        <a:lstStyle/>
        <a:p>
          <a:endParaRPr lang="en-US"/>
        </a:p>
      </dgm:t>
    </dgm:pt>
    <dgm:pt modelId="{D4050B62-09CC-437C-B09A-434B1C39E6A7}">
      <dgm:prSet custT="1"/>
      <dgm:spPr/>
      <dgm:t>
        <a:bodyPr/>
        <a:lstStyle/>
        <a:p>
          <a:r>
            <a:rPr lang="en-US" sz="2400" dirty="0">
              <a:effectLst/>
            </a:rPr>
            <a:t>Voice-based movie assistant </a:t>
          </a:r>
        </a:p>
      </dgm:t>
    </dgm:pt>
    <dgm:pt modelId="{A81847A4-9E48-473C-86DC-F344983F1882}" type="parTrans" cxnId="{AA8E7967-5A8B-4E25-BFB0-51CB96EC03F2}">
      <dgm:prSet/>
      <dgm:spPr/>
      <dgm:t>
        <a:bodyPr/>
        <a:lstStyle/>
        <a:p>
          <a:endParaRPr lang="en-US" sz="2400"/>
        </a:p>
      </dgm:t>
    </dgm:pt>
    <dgm:pt modelId="{4DB06180-D88F-4312-93AE-2DA335510607}" type="sibTrans" cxnId="{AA8E7967-5A8B-4E25-BFB0-51CB96EC03F2}">
      <dgm:prSet custT="1"/>
      <dgm:spPr/>
      <dgm:t>
        <a:bodyPr/>
        <a:lstStyle/>
        <a:p>
          <a:endParaRPr lang="en-US" sz="2400"/>
        </a:p>
      </dgm:t>
    </dgm:pt>
    <dgm:pt modelId="{2DB1C8E9-64A6-4C4F-9080-A10956C67AEE}">
      <dgm:prSet custT="1"/>
      <dgm:spPr/>
      <dgm:t>
        <a:bodyPr/>
        <a:lstStyle/>
        <a:p>
          <a:r>
            <a:rPr lang="en-US" sz="2400" dirty="0"/>
            <a:t>Multi-language support </a:t>
          </a:r>
        </a:p>
      </dgm:t>
    </dgm:pt>
    <dgm:pt modelId="{CBAACA8A-B6AB-4A60-A473-8E16C3F26D54}" type="parTrans" cxnId="{14084AA4-044B-490D-8D35-336A035BB756}">
      <dgm:prSet/>
      <dgm:spPr/>
      <dgm:t>
        <a:bodyPr/>
        <a:lstStyle/>
        <a:p>
          <a:endParaRPr lang="en-US" sz="2400"/>
        </a:p>
      </dgm:t>
    </dgm:pt>
    <dgm:pt modelId="{4A29E0AF-942D-4BB0-9EE0-E8DB90A1D899}" type="sibTrans" cxnId="{14084AA4-044B-490D-8D35-336A035BB756}">
      <dgm:prSet custT="1"/>
      <dgm:spPr/>
      <dgm:t>
        <a:bodyPr/>
        <a:lstStyle/>
        <a:p>
          <a:endParaRPr lang="en-US" sz="2400"/>
        </a:p>
      </dgm:t>
    </dgm:pt>
    <dgm:pt modelId="{DC74AEF2-61A8-4BD5-AC88-7E050359208C}">
      <dgm:prSet custT="1"/>
      <dgm:spPr/>
      <dgm:t>
        <a:bodyPr/>
        <a:lstStyle/>
        <a:p>
          <a:r>
            <a:rPr lang="en-US" sz="2400"/>
            <a:t>Personalized recommendations</a:t>
          </a:r>
        </a:p>
      </dgm:t>
    </dgm:pt>
    <dgm:pt modelId="{5E87F50F-AB7F-45CE-BAEF-C9D0145EAB65}" type="parTrans" cxnId="{0C183058-AF10-4165-A4A1-DEEB6197367A}">
      <dgm:prSet/>
      <dgm:spPr/>
      <dgm:t>
        <a:bodyPr/>
        <a:lstStyle/>
        <a:p>
          <a:endParaRPr lang="en-US" sz="2400"/>
        </a:p>
      </dgm:t>
    </dgm:pt>
    <dgm:pt modelId="{9E5408BA-07B9-40C8-B2EE-1B260A54ECE6}" type="sibTrans" cxnId="{0C183058-AF10-4165-A4A1-DEEB6197367A}">
      <dgm:prSet/>
      <dgm:spPr/>
      <dgm:t>
        <a:bodyPr/>
        <a:lstStyle/>
        <a:p>
          <a:endParaRPr lang="en-US" sz="2400"/>
        </a:p>
      </dgm:t>
    </dgm:pt>
    <dgm:pt modelId="{C9EDD629-DFB6-456F-A166-39515AD70D96}">
      <dgm:prSet custT="1"/>
      <dgm:spPr/>
      <dgm:t>
        <a:bodyPr/>
        <a:lstStyle/>
        <a:p>
          <a:r>
            <a:rPr lang="en-US" sz="2400">
              <a:effectLst/>
            </a:rPr>
            <a:t>Conversational </a:t>
          </a:r>
          <a:endParaRPr lang="en-US" sz="2400" dirty="0">
            <a:effectLst/>
          </a:endParaRPr>
        </a:p>
      </dgm:t>
    </dgm:pt>
    <dgm:pt modelId="{D00D014D-D754-4EE7-AFA7-9EFD643F710D}" type="parTrans" cxnId="{A381713B-0645-4546-8A2E-72D8082F551E}">
      <dgm:prSet/>
      <dgm:spPr/>
      <dgm:t>
        <a:bodyPr/>
        <a:lstStyle/>
        <a:p>
          <a:endParaRPr lang="en-US"/>
        </a:p>
      </dgm:t>
    </dgm:pt>
    <dgm:pt modelId="{C2917F0A-93A4-43A0-88F5-A1DEF945E2A4}" type="sibTrans" cxnId="{A381713B-0645-4546-8A2E-72D8082F551E}">
      <dgm:prSet/>
      <dgm:spPr/>
      <dgm:t>
        <a:bodyPr/>
        <a:lstStyle/>
        <a:p>
          <a:endParaRPr lang="en-US"/>
        </a:p>
      </dgm:t>
    </dgm:pt>
    <dgm:pt modelId="{8998EAEB-AC9A-458E-94B9-A58D3EBC39ED}">
      <dgm:prSet custT="1"/>
      <dgm:spPr/>
      <dgm:t>
        <a:bodyPr/>
        <a:lstStyle/>
        <a:p>
          <a:r>
            <a:rPr lang="en-US" sz="2400">
              <a:effectLst/>
            </a:rPr>
            <a:t>Maintaing User History</a:t>
          </a:r>
          <a:endParaRPr lang="en-US" sz="2400" dirty="0">
            <a:effectLst/>
          </a:endParaRPr>
        </a:p>
      </dgm:t>
    </dgm:pt>
    <dgm:pt modelId="{25EFF33A-4E13-42F2-A059-1303D492F2EF}" type="parTrans" cxnId="{A9A0881A-26BF-493F-9BBE-BBDCD147ABDA}">
      <dgm:prSet/>
      <dgm:spPr/>
      <dgm:t>
        <a:bodyPr/>
        <a:lstStyle/>
        <a:p>
          <a:endParaRPr lang="en-US"/>
        </a:p>
      </dgm:t>
    </dgm:pt>
    <dgm:pt modelId="{1F219FBD-8CAA-4C1C-96B6-B9363D4517C7}" type="sibTrans" cxnId="{A9A0881A-26BF-493F-9BBE-BBDCD147ABDA}">
      <dgm:prSet/>
      <dgm:spPr/>
      <dgm:t>
        <a:bodyPr/>
        <a:lstStyle/>
        <a:p>
          <a:endParaRPr lang="en-US"/>
        </a:p>
      </dgm:t>
    </dgm:pt>
    <dgm:pt modelId="{0AD65D2B-D613-46B7-ADEF-AF57EC8B6A81}" type="pres">
      <dgm:prSet presAssocID="{2DAB7D6B-1D48-4693-981A-76162B0E4DA9}" presName="outerComposite" presStyleCnt="0">
        <dgm:presLayoutVars>
          <dgm:chMax val="5"/>
          <dgm:dir/>
          <dgm:resizeHandles val="exact"/>
        </dgm:presLayoutVars>
      </dgm:prSet>
      <dgm:spPr/>
    </dgm:pt>
    <dgm:pt modelId="{D78D3FE2-D6CE-4991-8469-0434C5FA69D6}" type="pres">
      <dgm:prSet presAssocID="{2DAB7D6B-1D48-4693-981A-76162B0E4DA9}" presName="dummyMaxCanvas" presStyleCnt="0">
        <dgm:presLayoutVars/>
      </dgm:prSet>
      <dgm:spPr/>
    </dgm:pt>
    <dgm:pt modelId="{CBD392D5-E0ED-44A7-88E1-70334778D37A}" type="pres">
      <dgm:prSet presAssocID="{2DAB7D6B-1D48-4693-981A-76162B0E4DA9}" presName="FiveNodes_1" presStyleLbl="node1" presStyleIdx="0" presStyleCnt="5">
        <dgm:presLayoutVars>
          <dgm:bulletEnabled val="1"/>
        </dgm:presLayoutVars>
      </dgm:prSet>
      <dgm:spPr/>
    </dgm:pt>
    <dgm:pt modelId="{5E23B427-2249-4CF8-BDAA-7873FC91E890}" type="pres">
      <dgm:prSet presAssocID="{2DAB7D6B-1D48-4693-981A-76162B0E4DA9}" presName="FiveNodes_2" presStyleLbl="node1" presStyleIdx="1" presStyleCnt="5">
        <dgm:presLayoutVars>
          <dgm:bulletEnabled val="1"/>
        </dgm:presLayoutVars>
      </dgm:prSet>
      <dgm:spPr/>
    </dgm:pt>
    <dgm:pt modelId="{BB1DD28D-E77B-4B3B-B012-BF45F01A82A7}" type="pres">
      <dgm:prSet presAssocID="{2DAB7D6B-1D48-4693-981A-76162B0E4DA9}" presName="FiveNodes_3" presStyleLbl="node1" presStyleIdx="2" presStyleCnt="5">
        <dgm:presLayoutVars>
          <dgm:bulletEnabled val="1"/>
        </dgm:presLayoutVars>
      </dgm:prSet>
      <dgm:spPr/>
    </dgm:pt>
    <dgm:pt modelId="{789C5DB7-CD60-4551-8497-F7A6DAE61AA3}" type="pres">
      <dgm:prSet presAssocID="{2DAB7D6B-1D48-4693-981A-76162B0E4DA9}" presName="FiveNodes_4" presStyleLbl="node1" presStyleIdx="3" presStyleCnt="5">
        <dgm:presLayoutVars>
          <dgm:bulletEnabled val="1"/>
        </dgm:presLayoutVars>
      </dgm:prSet>
      <dgm:spPr/>
    </dgm:pt>
    <dgm:pt modelId="{76A9B2FB-33A5-4E5E-9176-B77B55C7F6E4}" type="pres">
      <dgm:prSet presAssocID="{2DAB7D6B-1D48-4693-981A-76162B0E4DA9}" presName="FiveNodes_5" presStyleLbl="node1" presStyleIdx="4" presStyleCnt="5">
        <dgm:presLayoutVars>
          <dgm:bulletEnabled val="1"/>
        </dgm:presLayoutVars>
      </dgm:prSet>
      <dgm:spPr/>
    </dgm:pt>
    <dgm:pt modelId="{7DA4A8E4-D207-4D40-9706-9EAAE569B11F}" type="pres">
      <dgm:prSet presAssocID="{2DAB7D6B-1D48-4693-981A-76162B0E4DA9}" presName="FiveConn_1-2" presStyleLbl="fgAccFollowNode1" presStyleIdx="0" presStyleCnt="4">
        <dgm:presLayoutVars>
          <dgm:bulletEnabled val="1"/>
        </dgm:presLayoutVars>
      </dgm:prSet>
      <dgm:spPr/>
    </dgm:pt>
    <dgm:pt modelId="{56DD625A-EE5B-444C-B571-4704791A9FD2}" type="pres">
      <dgm:prSet presAssocID="{2DAB7D6B-1D48-4693-981A-76162B0E4DA9}" presName="FiveConn_2-3" presStyleLbl="fgAccFollowNode1" presStyleIdx="1" presStyleCnt="4">
        <dgm:presLayoutVars>
          <dgm:bulletEnabled val="1"/>
        </dgm:presLayoutVars>
      </dgm:prSet>
      <dgm:spPr/>
    </dgm:pt>
    <dgm:pt modelId="{E6DF295F-25B5-4600-81B4-89609964798D}" type="pres">
      <dgm:prSet presAssocID="{2DAB7D6B-1D48-4693-981A-76162B0E4DA9}" presName="FiveConn_3-4" presStyleLbl="fgAccFollowNode1" presStyleIdx="2" presStyleCnt="4">
        <dgm:presLayoutVars>
          <dgm:bulletEnabled val="1"/>
        </dgm:presLayoutVars>
      </dgm:prSet>
      <dgm:spPr/>
    </dgm:pt>
    <dgm:pt modelId="{E624C9DD-3D41-42B0-B0D6-21A23FDAC0E2}" type="pres">
      <dgm:prSet presAssocID="{2DAB7D6B-1D48-4693-981A-76162B0E4DA9}" presName="FiveConn_4-5" presStyleLbl="fgAccFollowNode1" presStyleIdx="3" presStyleCnt="4">
        <dgm:presLayoutVars>
          <dgm:bulletEnabled val="1"/>
        </dgm:presLayoutVars>
      </dgm:prSet>
      <dgm:spPr/>
    </dgm:pt>
    <dgm:pt modelId="{6695A95D-E9B6-4638-81E6-2542A50312A1}" type="pres">
      <dgm:prSet presAssocID="{2DAB7D6B-1D48-4693-981A-76162B0E4DA9}" presName="FiveNodes_1_text" presStyleLbl="node1" presStyleIdx="4" presStyleCnt="5">
        <dgm:presLayoutVars>
          <dgm:bulletEnabled val="1"/>
        </dgm:presLayoutVars>
      </dgm:prSet>
      <dgm:spPr/>
    </dgm:pt>
    <dgm:pt modelId="{C42E9D48-DF23-4E0A-BF6D-181A17FD4EE2}" type="pres">
      <dgm:prSet presAssocID="{2DAB7D6B-1D48-4693-981A-76162B0E4DA9}" presName="FiveNodes_2_text" presStyleLbl="node1" presStyleIdx="4" presStyleCnt="5">
        <dgm:presLayoutVars>
          <dgm:bulletEnabled val="1"/>
        </dgm:presLayoutVars>
      </dgm:prSet>
      <dgm:spPr/>
    </dgm:pt>
    <dgm:pt modelId="{802500B3-BCBB-4C52-9293-AE6DA617813D}" type="pres">
      <dgm:prSet presAssocID="{2DAB7D6B-1D48-4693-981A-76162B0E4DA9}" presName="FiveNodes_3_text" presStyleLbl="node1" presStyleIdx="4" presStyleCnt="5">
        <dgm:presLayoutVars>
          <dgm:bulletEnabled val="1"/>
        </dgm:presLayoutVars>
      </dgm:prSet>
      <dgm:spPr/>
    </dgm:pt>
    <dgm:pt modelId="{7E1C5AAD-FCF3-4088-BDE4-03C46480E9FC}" type="pres">
      <dgm:prSet presAssocID="{2DAB7D6B-1D48-4693-981A-76162B0E4DA9}" presName="FiveNodes_4_text" presStyleLbl="node1" presStyleIdx="4" presStyleCnt="5">
        <dgm:presLayoutVars>
          <dgm:bulletEnabled val="1"/>
        </dgm:presLayoutVars>
      </dgm:prSet>
      <dgm:spPr/>
    </dgm:pt>
    <dgm:pt modelId="{E8C5369C-57CE-4AD6-A795-5B2D390536A7}" type="pres">
      <dgm:prSet presAssocID="{2DAB7D6B-1D48-4693-981A-76162B0E4DA9}" presName="FiveNodes_5_text" presStyleLbl="node1" presStyleIdx="4" presStyleCnt="5">
        <dgm:presLayoutVars>
          <dgm:bulletEnabled val="1"/>
        </dgm:presLayoutVars>
      </dgm:prSet>
      <dgm:spPr/>
    </dgm:pt>
  </dgm:ptLst>
  <dgm:cxnLst>
    <dgm:cxn modelId="{83498401-0A13-4BB3-96DE-BA4692C72525}" type="presOf" srcId="{4DB06180-D88F-4312-93AE-2DA335510607}" destId="{7DA4A8E4-D207-4D40-9706-9EAAE569B11F}" srcOrd="0" destOrd="0" presId="urn:microsoft.com/office/officeart/2005/8/layout/vProcess5"/>
    <dgm:cxn modelId="{A9A0881A-26BF-493F-9BBE-BBDCD147ABDA}" srcId="{2DAB7D6B-1D48-4693-981A-76162B0E4DA9}" destId="{8998EAEB-AC9A-458E-94B9-A58D3EBC39ED}" srcOrd="2" destOrd="0" parTransId="{25EFF33A-4E13-42F2-A059-1303D492F2EF}" sibTransId="{1F219FBD-8CAA-4C1C-96B6-B9363D4517C7}"/>
    <dgm:cxn modelId="{57388F2D-E172-41FB-B9E5-4C2F735DFE53}" type="presOf" srcId="{2DB1C8E9-64A6-4C4F-9080-A10956C67AEE}" destId="{7E1C5AAD-FCF3-4088-BDE4-03C46480E9FC}" srcOrd="1" destOrd="0" presId="urn:microsoft.com/office/officeart/2005/8/layout/vProcess5"/>
    <dgm:cxn modelId="{A381713B-0645-4546-8A2E-72D8082F551E}" srcId="{2DAB7D6B-1D48-4693-981A-76162B0E4DA9}" destId="{C9EDD629-DFB6-456F-A166-39515AD70D96}" srcOrd="1" destOrd="0" parTransId="{D00D014D-D754-4EE7-AFA7-9EFD643F710D}" sibTransId="{C2917F0A-93A4-43A0-88F5-A1DEF945E2A4}"/>
    <dgm:cxn modelId="{D43C8F3E-2DDB-478F-AAD8-D2C6C873A4FE}" type="presOf" srcId="{2DB1C8E9-64A6-4C4F-9080-A10956C67AEE}" destId="{789C5DB7-CD60-4551-8497-F7A6DAE61AA3}" srcOrd="0" destOrd="0" presId="urn:microsoft.com/office/officeart/2005/8/layout/vProcess5"/>
    <dgm:cxn modelId="{9D898A3F-F1BD-483F-89A6-70DF173CD6ED}" type="presOf" srcId="{DC74AEF2-61A8-4BD5-AC88-7E050359208C}" destId="{76A9B2FB-33A5-4E5E-9176-B77B55C7F6E4}" srcOrd="0" destOrd="0" presId="urn:microsoft.com/office/officeart/2005/8/layout/vProcess5"/>
    <dgm:cxn modelId="{AA8E7967-5A8B-4E25-BFB0-51CB96EC03F2}" srcId="{2DAB7D6B-1D48-4693-981A-76162B0E4DA9}" destId="{D4050B62-09CC-437C-B09A-434B1C39E6A7}" srcOrd="0" destOrd="0" parTransId="{A81847A4-9E48-473C-86DC-F344983F1882}" sibTransId="{4DB06180-D88F-4312-93AE-2DA335510607}"/>
    <dgm:cxn modelId="{D25EF670-1D19-4ED4-8297-783C2ED7A0EC}" type="presOf" srcId="{D4050B62-09CC-437C-B09A-434B1C39E6A7}" destId="{CBD392D5-E0ED-44A7-88E1-70334778D37A}" srcOrd="0" destOrd="0" presId="urn:microsoft.com/office/officeart/2005/8/layout/vProcess5"/>
    <dgm:cxn modelId="{02CD8F52-101B-4528-811A-1DFD5FCF8DAF}" type="presOf" srcId="{C2917F0A-93A4-43A0-88F5-A1DEF945E2A4}" destId="{56DD625A-EE5B-444C-B571-4704791A9FD2}" srcOrd="0" destOrd="0" presId="urn:microsoft.com/office/officeart/2005/8/layout/vProcess5"/>
    <dgm:cxn modelId="{29E1D356-0EE8-4ED5-A8E4-4429D9EB99D5}" type="presOf" srcId="{C9EDD629-DFB6-456F-A166-39515AD70D96}" destId="{C42E9D48-DF23-4E0A-BF6D-181A17FD4EE2}" srcOrd="1" destOrd="0" presId="urn:microsoft.com/office/officeart/2005/8/layout/vProcess5"/>
    <dgm:cxn modelId="{0C183058-AF10-4165-A4A1-DEEB6197367A}" srcId="{2DAB7D6B-1D48-4693-981A-76162B0E4DA9}" destId="{DC74AEF2-61A8-4BD5-AC88-7E050359208C}" srcOrd="4" destOrd="0" parTransId="{5E87F50F-AB7F-45CE-BAEF-C9D0145EAB65}" sibTransId="{9E5408BA-07B9-40C8-B2EE-1B260A54ECE6}"/>
    <dgm:cxn modelId="{2D8BD88A-F84A-4F58-A05A-244000615479}" type="presOf" srcId="{DC74AEF2-61A8-4BD5-AC88-7E050359208C}" destId="{E8C5369C-57CE-4AD6-A795-5B2D390536A7}" srcOrd="1" destOrd="0" presId="urn:microsoft.com/office/officeart/2005/8/layout/vProcess5"/>
    <dgm:cxn modelId="{88AAD894-8BAE-4200-A137-0455627A6D61}" type="presOf" srcId="{8998EAEB-AC9A-458E-94B9-A58D3EBC39ED}" destId="{802500B3-BCBB-4C52-9293-AE6DA617813D}" srcOrd="1" destOrd="0" presId="urn:microsoft.com/office/officeart/2005/8/layout/vProcess5"/>
    <dgm:cxn modelId="{72761097-C110-433A-A051-FFB56D36A345}" type="presOf" srcId="{C9EDD629-DFB6-456F-A166-39515AD70D96}" destId="{5E23B427-2249-4CF8-BDAA-7873FC91E890}" srcOrd="0" destOrd="0" presId="urn:microsoft.com/office/officeart/2005/8/layout/vProcess5"/>
    <dgm:cxn modelId="{14084AA4-044B-490D-8D35-336A035BB756}" srcId="{2DAB7D6B-1D48-4693-981A-76162B0E4DA9}" destId="{2DB1C8E9-64A6-4C4F-9080-A10956C67AEE}" srcOrd="3" destOrd="0" parTransId="{CBAACA8A-B6AB-4A60-A473-8E16C3F26D54}" sibTransId="{4A29E0AF-942D-4BB0-9EE0-E8DB90A1D899}"/>
    <dgm:cxn modelId="{B676CAAA-0E92-4AE1-95F8-52C9D322B905}" type="presOf" srcId="{2DAB7D6B-1D48-4693-981A-76162B0E4DA9}" destId="{0AD65D2B-D613-46B7-ADEF-AF57EC8B6A81}" srcOrd="0" destOrd="0" presId="urn:microsoft.com/office/officeart/2005/8/layout/vProcess5"/>
    <dgm:cxn modelId="{647328B2-15B6-4624-A176-682E37753721}" type="presOf" srcId="{4A29E0AF-942D-4BB0-9EE0-E8DB90A1D899}" destId="{E624C9DD-3D41-42B0-B0D6-21A23FDAC0E2}" srcOrd="0" destOrd="0" presId="urn:microsoft.com/office/officeart/2005/8/layout/vProcess5"/>
    <dgm:cxn modelId="{EDCCC0BE-AAD4-452A-A89F-4146C410ADFA}" type="presOf" srcId="{D4050B62-09CC-437C-B09A-434B1C39E6A7}" destId="{6695A95D-E9B6-4638-81E6-2542A50312A1}" srcOrd="1" destOrd="0" presId="urn:microsoft.com/office/officeart/2005/8/layout/vProcess5"/>
    <dgm:cxn modelId="{CA19C6DD-4F5A-4E71-9C22-AC0459528C2F}" type="presOf" srcId="{1F219FBD-8CAA-4C1C-96B6-B9363D4517C7}" destId="{E6DF295F-25B5-4600-81B4-89609964798D}" srcOrd="0" destOrd="0" presId="urn:microsoft.com/office/officeart/2005/8/layout/vProcess5"/>
    <dgm:cxn modelId="{CF2843E7-7B5C-4A56-B35E-DD76A1B00E50}" type="presOf" srcId="{8998EAEB-AC9A-458E-94B9-A58D3EBC39ED}" destId="{BB1DD28D-E77B-4B3B-B012-BF45F01A82A7}" srcOrd="0" destOrd="0" presId="urn:microsoft.com/office/officeart/2005/8/layout/vProcess5"/>
    <dgm:cxn modelId="{0FFEF6FB-2FAB-4376-8DF8-CB2C5D3320B7}" type="presParOf" srcId="{0AD65D2B-D613-46B7-ADEF-AF57EC8B6A81}" destId="{D78D3FE2-D6CE-4991-8469-0434C5FA69D6}" srcOrd="0" destOrd="0" presId="urn:microsoft.com/office/officeart/2005/8/layout/vProcess5"/>
    <dgm:cxn modelId="{4DBC3235-C30E-4408-BFEB-1B3EEE6B90C3}" type="presParOf" srcId="{0AD65D2B-D613-46B7-ADEF-AF57EC8B6A81}" destId="{CBD392D5-E0ED-44A7-88E1-70334778D37A}" srcOrd="1" destOrd="0" presId="urn:microsoft.com/office/officeart/2005/8/layout/vProcess5"/>
    <dgm:cxn modelId="{4382C638-2561-409B-A6DD-27BAE417E099}" type="presParOf" srcId="{0AD65D2B-D613-46B7-ADEF-AF57EC8B6A81}" destId="{5E23B427-2249-4CF8-BDAA-7873FC91E890}" srcOrd="2" destOrd="0" presId="urn:microsoft.com/office/officeart/2005/8/layout/vProcess5"/>
    <dgm:cxn modelId="{B35F0016-4D65-4FBD-BD42-C4C4F8F6F9A7}" type="presParOf" srcId="{0AD65D2B-D613-46B7-ADEF-AF57EC8B6A81}" destId="{BB1DD28D-E77B-4B3B-B012-BF45F01A82A7}" srcOrd="3" destOrd="0" presId="urn:microsoft.com/office/officeart/2005/8/layout/vProcess5"/>
    <dgm:cxn modelId="{2F96114C-D18C-423E-950F-3431EA62F28A}" type="presParOf" srcId="{0AD65D2B-D613-46B7-ADEF-AF57EC8B6A81}" destId="{789C5DB7-CD60-4551-8497-F7A6DAE61AA3}" srcOrd="4" destOrd="0" presId="urn:microsoft.com/office/officeart/2005/8/layout/vProcess5"/>
    <dgm:cxn modelId="{0542F404-64DC-495E-946B-EA3FF9CAE6DA}" type="presParOf" srcId="{0AD65D2B-D613-46B7-ADEF-AF57EC8B6A81}" destId="{76A9B2FB-33A5-4E5E-9176-B77B55C7F6E4}" srcOrd="5" destOrd="0" presId="urn:microsoft.com/office/officeart/2005/8/layout/vProcess5"/>
    <dgm:cxn modelId="{AB48A629-F657-48B0-B06F-B98B300F662E}" type="presParOf" srcId="{0AD65D2B-D613-46B7-ADEF-AF57EC8B6A81}" destId="{7DA4A8E4-D207-4D40-9706-9EAAE569B11F}" srcOrd="6" destOrd="0" presId="urn:microsoft.com/office/officeart/2005/8/layout/vProcess5"/>
    <dgm:cxn modelId="{962D7C4A-9781-462A-A27E-8CA19C67DE94}" type="presParOf" srcId="{0AD65D2B-D613-46B7-ADEF-AF57EC8B6A81}" destId="{56DD625A-EE5B-444C-B571-4704791A9FD2}" srcOrd="7" destOrd="0" presId="urn:microsoft.com/office/officeart/2005/8/layout/vProcess5"/>
    <dgm:cxn modelId="{F28A92FE-C8CC-438E-BF63-97B0FBC351D4}" type="presParOf" srcId="{0AD65D2B-D613-46B7-ADEF-AF57EC8B6A81}" destId="{E6DF295F-25B5-4600-81B4-89609964798D}" srcOrd="8" destOrd="0" presId="urn:microsoft.com/office/officeart/2005/8/layout/vProcess5"/>
    <dgm:cxn modelId="{99120116-0658-45D9-9FD5-4A071D94B6A1}" type="presParOf" srcId="{0AD65D2B-D613-46B7-ADEF-AF57EC8B6A81}" destId="{E624C9DD-3D41-42B0-B0D6-21A23FDAC0E2}" srcOrd="9" destOrd="0" presId="urn:microsoft.com/office/officeart/2005/8/layout/vProcess5"/>
    <dgm:cxn modelId="{29586DA7-D9D9-4D67-A12B-3B281BAE321E}" type="presParOf" srcId="{0AD65D2B-D613-46B7-ADEF-AF57EC8B6A81}" destId="{6695A95D-E9B6-4638-81E6-2542A50312A1}" srcOrd="10" destOrd="0" presId="urn:microsoft.com/office/officeart/2005/8/layout/vProcess5"/>
    <dgm:cxn modelId="{2FDAD617-D5A5-4C8D-BB4E-2C36FAAFC4EE}" type="presParOf" srcId="{0AD65D2B-D613-46B7-ADEF-AF57EC8B6A81}" destId="{C42E9D48-DF23-4E0A-BF6D-181A17FD4EE2}" srcOrd="11" destOrd="0" presId="urn:microsoft.com/office/officeart/2005/8/layout/vProcess5"/>
    <dgm:cxn modelId="{9AA82A1A-44B7-4E31-8F63-72CE27F8E53E}" type="presParOf" srcId="{0AD65D2B-D613-46B7-ADEF-AF57EC8B6A81}" destId="{802500B3-BCBB-4C52-9293-AE6DA617813D}" srcOrd="12" destOrd="0" presId="urn:microsoft.com/office/officeart/2005/8/layout/vProcess5"/>
    <dgm:cxn modelId="{C6BA26DD-BFCE-4270-B3D2-9FE47254A7BE}" type="presParOf" srcId="{0AD65D2B-D613-46B7-ADEF-AF57EC8B6A81}" destId="{7E1C5AAD-FCF3-4088-BDE4-03C46480E9FC}" srcOrd="13" destOrd="0" presId="urn:microsoft.com/office/officeart/2005/8/layout/vProcess5"/>
    <dgm:cxn modelId="{BE19A74A-424E-4144-86A2-7236F1012E38}" type="presParOf" srcId="{0AD65D2B-D613-46B7-ADEF-AF57EC8B6A81}" destId="{E8C5369C-57CE-4AD6-A795-5B2D390536A7}" srcOrd="14" destOrd="0" presId="urn:microsoft.com/office/officeart/2005/8/layout/vProcess5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0181AB7-9A84-44F1-AF4E-20A1ECA79B11}">
      <dsp:nvSpPr>
        <dsp:cNvPr id="0" name=""/>
        <dsp:cNvSpPr/>
      </dsp:nvSpPr>
      <dsp:spPr>
        <a:xfrm>
          <a:off x="2260013" y="1331077"/>
          <a:ext cx="489131" cy="91440"/>
        </a:xfrm>
        <a:custGeom>
          <a:avLst/>
          <a:gdLst/>
          <a:ahLst/>
          <a:cxnLst/>
          <a:rect l="0" t="0" r="0" b="0"/>
          <a:pathLst>
            <a:path>
              <a:moveTo>
                <a:pt x="0" y="45720"/>
              </a:moveTo>
              <a:lnTo>
                <a:pt x="489131" y="45720"/>
              </a:lnTo>
            </a:path>
          </a:pathLst>
        </a:custGeom>
        <a:noFill/>
        <a:ln w="12700" cap="flat" cmpd="sng" algn="ctr">
          <a:solidFill>
            <a:schemeClr val="accent5">
              <a:hueOff val="0"/>
              <a:satOff val="0"/>
              <a:lumOff val="0"/>
              <a:alphaOff val="0"/>
            </a:schemeClr>
          </a:solidFill>
          <a:prstDash val="solid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2000" kern="1200">
            <a:latin typeface="+mn-lt"/>
            <a:cs typeface="Times New Roman" panose="02020603050405020304" pitchFamily="18" charset="0"/>
          </a:endParaRPr>
        </a:p>
      </dsp:txBody>
      <dsp:txXfrm>
        <a:off x="2491586" y="1374199"/>
        <a:ext cx="25986" cy="5197"/>
      </dsp:txXfrm>
    </dsp:sp>
    <dsp:sp modelId="{0A6634BA-6F47-4295-819C-96AF8D9ED8E1}">
      <dsp:nvSpPr>
        <dsp:cNvPr id="0" name=""/>
        <dsp:cNvSpPr/>
      </dsp:nvSpPr>
      <dsp:spPr>
        <a:xfrm>
          <a:off x="2109" y="698886"/>
          <a:ext cx="2259704" cy="1355822"/>
        </a:xfrm>
        <a:prstGeom prst="rect">
          <a:avLst/>
        </a:prstGeom>
        <a:gradFill rotWithShape="0">
          <a:gsLst>
            <a:gs pos="0">
              <a:schemeClr val="accent5">
                <a:hueOff val="0"/>
                <a:satOff val="0"/>
                <a:lumOff val="0"/>
                <a:alphaOff val="0"/>
                <a:tint val="94000"/>
                <a:satMod val="100000"/>
                <a:lumMod val="104000"/>
              </a:schemeClr>
            </a:gs>
            <a:gs pos="69000">
              <a:schemeClr val="accent5">
                <a:hueOff val="0"/>
                <a:satOff val="0"/>
                <a:lumOff val="0"/>
                <a:alphaOff val="0"/>
                <a:shade val="86000"/>
                <a:satMod val="130000"/>
                <a:lumMod val="102000"/>
              </a:schemeClr>
            </a:gs>
            <a:gs pos="100000">
              <a:schemeClr val="accent5">
                <a:hueOff val="0"/>
                <a:satOff val="0"/>
                <a:lumOff val="0"/>
                <a:alphaOff val="0"/>
                <a:shade val="72000"/>
                <a:satMod val="130000"/>
                <a:lumMod val="100000"/>
              </a:schemeClr>
            </a:gs>
          </a:gsLst>
          <a:lin ang="5400000" scaled="0"/>
        </a:gradFill>
        <a:ln>
          <a:noFill/>
        </a:ln>
        <a:effectLst>
          <a:outerShdw blurRad="50800" dist="38100" dir="5400000" sy="96000" rotWithShape="0">
            <a:srgbClr val="000000">
              <a:alpha val="54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10727" tIns="116228" rIns="110727" bIns="116228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 dirty="0">
              <a:latin typeface="+mn-lt"/>
              <a:cs typeface="Times New Roman" panose="02020603050405020304" pitchFamily="18" charset="0"/>
            </a:rPr>
            <a:t>IMDb Dataset/ IMDb Web Pages</a:t>
          </a:r>
        </a:p>
      </dsp:txBody>
      <dsp:txXfrm>
        <a:off x="2109" y="698886"/>
        <a:ext cx="2259704" cy="1355822"/>
      </dsp:txXfrm>
    </dsp:sp>
    <dsp:sp modelId="{1F35B8F3-A74F-4E79-9327-7D2514657ED0}">
      <dsp:nvSpPr>
        <dsp:cNvPr id="0" name=""/>
        <dsp:cNvSpPr/>
      </dsp:nvSpPr>
      <dsp:spPr>
        <a:xfrm>
          <a:off x="5039450" y="1331077"/>
          <a:ext cx="489131" cy="91440"/>
        </a:xfrm>
        <a:custGeom>
          <a:avLst/>
          <a:gdLst/>
          <a:ahLst/>
          <a:cxnLst/>
          <a:rect l="0" t="0" r="0" b="0"/>
          <a:pathLst>
            <a:path>
              <a:moveTo>
                <a:pt x="0" y="45720"/>
              </a:moveTo>
              <a:lnTo>
                <a:pt x="489131" y="45720"/>
              </a:lnTo>
            </a:path>
          </a:pathLst>
        </a:custGeom>
        <a:noFill/>
        <a:ln w="12700" cap="flat" cmpd="sng" algn="ctr">
          <a:solidFill>
            <a:schemeClr val="accent5">
              <a:hueOff val="-3071576"/>
              <a:satOff val="3438"/>
              <a:lumOff val="196"/>
              <a:alphaOff val="0"/>
            </a:schemeClr>
          </a:solidFill>
          <a:prstDash val="solid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2000" kern="1200">
            <a:latin typeface="+mn-lt"/>
            <a:cs typeface="Times New Roman" panose="02020603050405020304" pitchFamily="18" charset="0"/>
          </a:endParaRPr>
        </a:p>
      </dsp:txBody>
      <dsp:txXfrm>
        <a:off x="5271022" y="1374199"/>
        <a:ext cx="25986" cy="5197"/>
      </dsp:txXfrm>
    </dsp:sp>
    <dsp:sp modelId="{71F2E6B3-D7CB-480D-9E80-42097E7C92F3}">
      <dsp:nvSpPr>
        <dsp:cNvPr id="0" name=""/>
        <dsp:cNvSpPr/>
      </dsp:nvSpPr>
      <dsp:spPr>
        <a:xfrm>
          <a:off x="2781545" y="698886"/>
          <a:ext cx="2259704" cy="1355822"/>
        </a:xfrm>
        <a:prstGeom prst="rect">
          <a:avLst/>
        </a:prstGeom>
        <a:gradFill rotWithShape="0">
          <a:gsLst>
            <a:gs pos="0">
              <a:schemeClr val="accent5">
                <a:hueOff val="-2632780"/>
                <a:satOff val="2946"/>
                <a:lumOff val="168"/>
                <a:alphaOff val="0"/>
                <a:tint val="94000"/>
                <a:satMod val="100000"/>
                <a:lumMod val="104000"/>
              </a:schemeClr>
            </a:gs>
            <a:gs pos="69000">
              <a:schemeClr val="accent5">
                <a:hueOff val="-2632780"/>
                <a:satOff val="2946"/>
                <a:lumOff val="168"/>
                <a:alphaOff val="0"/>
                <a:shade val="86000"/>
                <a:satMod val="130000"/>
                <a:lumMod val="102000"/>
              </a:schemeClr>
            </a:gs>
            <a:gs pos="100000">
              <a:schemeClr val="accent5">
                <a:hueOff val="-2632780"/>
                <a:satOff val="2946"/>
                <a:lumOff val="168"/>
                <a:alphaOff val="0"/>
                <a:shade val="72000"/>
                <a:satMod val="130000"/>
                <a:lumMod val="100000"/>
              </a:schemeClr>
            </a:gs>
          </a:gsLst>
          <a:lin ang="5400000" scaled="0"/>
        </a:gradFill>
        <a:ln>
          <a:noFill/>
        </a:ln>
        <a:effectLst>
          <a:outerShdw blurRad="50800" dist="38100" dir="5400000" sy="96000" rotWithShape="0">
            <a:srgbClr val="000000">
              <a:alpha val="54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10727" tIns="116228" rIns="110727" bIns="116228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>
              <a:latin typeface="+mn-lt"/>
              <a:cs typeface="Times New Roman" panose="02020603050405020304" pitchFamily="18" charset="0"/>
            </a:rPr>
            <a:t>Chunking Documents</a:t>
          </a:r>
        </a:p>
      </dsp:txBody>
      <dsp:txXfrm>
        <a:off x="2781545" y="698886"/>
        <a:ext cx="2259704" cy="1355822"/>
      </dsp:txXfrm>
    </dsp:sp>
    <dsp:sp modelId="{B074FC6F-A84A-47C6-AED0-F079011A3E84}">
      <dsp:nvSpPr>
        <dsp:cNvPr id="0" name=""/>
        <dsp:cNvSpPr/>
      </dsp:nvSpPr>
      <dsp:spPr>
        <a:xfrm>
          <a:off x="7818886" y="1331077"/>
          <a:ext cx="489131" cy="91440"/>
        </a:xfrm>
        <a:custGeom>
          <a:avLst/>
          <a:gdLst/>
          <a:ahLst/>
          <a:cxnLst/>
          <a:rect l="0" t="0" r="0" b="0"/>
          <a:pathLst>
            <a:path>
              <a:moveTo>
                <a:pt x="0" y="45720"/>
              </a:moveTo>
              <a:lnTo>
                <a:pt x="489131" y="45720"/>
              </a:lnTo>
            </a:path>
          </a:pathLst>
        </a:custGeom>
        <a:noFill/>
        <a:ln w="12700" cap="flat" cmpd="sng" algn="ctr">
          <a:solidFill>
            <a:schemeClr val="accent5">
              <a:hueOff val="-6143153"/>
              <a:satOff val="6875"/>
              <a:lumOff val="392"/>
              <a:alphaOff val="0"/>
            </a:schemeClr>
          </a:solidFill>
          <a:prstDash val="solid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2000" kern="1200">
            <a:latin typeface="+mn-lt"/>
            <a:cs typeface="Times New Roman" panose="02020603050405020304" pitchFamily="18" charset="0"/>
          </a:endParaRPr>
        </a:p>
      </dsp:txBody>
      <dsp:txXfrm>
        <a:off x="8050458" y="1374199"/>
        <a:ext cx="25986" cy="5197"/>
      </dsp:txXfrm>
    </dsp:sp>
    <dsp:sp modelId="{C8E9C5A0-52D5-43BA-873B-185712EE2B81}">
      <dsp:nvSpPr>
        <dsp:cNvPr id="0" name=""/>
        <dsp:cNvSpPr/>
      </dsp:nvSpPr>
      <dsp:spPr>
        <a:xfrm>
          <a:off x="5560981" y="698886"/>
          <a:ext cx="2259704" cy="1355822"/>
        </a:xfrm>
        <a:prstGeom prst="rect">
          <a:avLst/>
        </a:prstGeom>
        <a:gradFill rotWithShape="0">
          <a:gsLst>
            <a:gs pos="0">
              <a:schemeClr val="accent5">
                <a:hueOff val="-5265559"/>
                <a:satOff val="5893"/>
                <a:lumOff val="336"/>
                <a:alphaOff val="0"/>
                <a:tint val="94000"/>
                <a:satMod val="100000"/>
                <a:lumMod val="104000"/>
              </a:schemeClr>
            </a:gs>
            <a:gs pos="69000">
              <a:schemeClr val="accent5">
                <a:hueOff val="-5265559"/>
                <a:satOff val="5893"/>
                <a:lumOff val="336"/>
                <a:alphaOff val="0"/>
                <a:shade val="86000"/>
                <a:satMod val="130000"/>
                <a:lumMod val="102000"/>
              </a:schemeClr>
            </a:gs>
            <a:gs pos="100000">
              <a:schemeClr val="accent5">
                <a:hueOff val="-5265559"/>
                <a:satOff val="5893"/>
                <a:lumOff val="336"/>
                <a:alphaOff val="0"/>
                <a:shade val="72000"/>
                <a:satMod val="130000"/>
                <a:lumMod val="100000"/>
              </a:schemeClr>
            </a:gs>
          </a:gsLst>
          <a:lin ang="5400000" scaled="0"/>
        </a:gradFill>
        <a:ln>
          <a:noFill/>
        </a:ln>
        <a:effectLst>
          <a:outerShdw blurRad="50800" dist="38100" dir="5400000" sy="96000" rotWithShape="0">
            <a:srgbClr val="000000">
              <a:alpha val="54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10727" tIns="116228" rIns="110727" bIns="116228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 dirty="0">
              <a:latin typeface="+mn-lt"/>
              <a:cs typeface="Times New Roman" panose="02020603050405020304" pitchFamily="18" charset="0"/>
            </a:rPr>
            <a:t>Generate Sentence Embeddings</a:t>
          </a:r>
        </a:p>
      </dsp:txBody>
      <dsp:txXfrm>
        <a:off x="5560981" y="698886"/>
        <a:ext cx="2259704" cy="1355822"/>
      </dsp:txXfrm>
    </dsp:sp>
    <dsp:sp modelId="{EEEF04B8-9BF5-4D57-8CBB-000E5168C4EA}">
      <dsp:nvSpPr>
        <dsp:cNvPr id="0" name=""/>
        <dsp:cNvSpPr/>
      </dsp:nvSpPr>
      <dsp:spPr>
        <a:xfrm>
          <a:off x="1131961" y="2052909"/>
          <a:ext cx="8338308" cy="489131"/>
        </a:xfrm>
        <a:custGeom>
          <a:avLst/>
          <a:gdLst/>
          <a:ahLst/>
          <a:cxnLst/>
          <a:rect l="0" t="0" r="0" b="0"/>
          <a:pathLst>
            <a:path>
              <a:moveTo>
                <a:pt x="8338308" y="0"/>
              </a:moveTo>
              <a:lnTo>
                <a:pt x="8338308" y="261665"/>
              </a:lnTo>
              <a:lnTo>
                <a:pt x="0" y="261665"/>
              </a:lnTo>
              <a:lnTo>
                <a:pt x="0" y="489131"/>
              </a:lnTo>
            </a:path>
          </a:pathLst>
        </a:custGeom>
        <a:noFill/>
        <a:ln w="12700" cap="flat" cmpd="sng" algn="ctr">
          <a:solidFill>
            <a:schemeClr val="accent5">
              <a:hueOff val="-9214729"/>
              <a:satOff val="10313"/>
              <a:lumOff val="589"/>
              <a:alphaOff val="0"/>
            </a:schemeClr>
          </a:solidFill>
          <a:prstDash val="solid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2000" kern="1200">
            <a:latin typeface="+mn-lt"/>
            <a:cs typeface="Times New Roman" panose="02020603050405020304" pitchFamily="18" charset="0"/>
          </a:endParaRPr>
        </a:p>
      </dsp:txBody>
      <dsp:txXfrm>
        <a:off x="5092253" y="2294876"/>
        <a:ext cx="417724" cy="5197"/>
      </dsp:txXfrm>
    </dsp:sp>
    <dsp:sp modelId="{E1C46A6B-17B9-4ED3-8B24-53B73B6F1284}">
      <dsp:nvSpPr>
        <dsp:cNvPr id="0" name=""/>
        <dsp:cNvSpPr/>
      </dsp:nvSpPr>
      <dsp:spPr>
        <a:xfrm>
          <a:off x="8340418" y="698886"/>
          <a:ext cx="2259704" cy="1355822"/>
        </a:xfrm>
        <a:prstGeom prst="rect">
          <a:avLst/>
        </a:prstGeom>
        <a:gradFill rotWithShape="0">
          <a:gsLst>
            <a:gs pos="0">
              <a:schemeClr val="accent5">
                <a:hueOff val="-7898339"/>
                <a:satOff val="8839"/>
                <a:lumOff val="504"/>
                <a:alphaOff val="0"/>
                <a:tint val="94000"/>
                <a:satMod val="100000"/>
                <a:lumMod val="104000"/>
              </a:schemeClr>
            </a:gs>
            <a:gs pos="69000">
              <a:schemeClr val="accent5">
                <a:hueOff val="-7898339"/>
                <a:satOff val="8839"/>
                <a:lumOff val="504"/>
                <a:alphaOff val="0"/>
                <a:shade val="86000"/>
                <a:satMod val="130000"/>
                <a:lumMod val="102000"/>
              </a:schemeClr>
            </a:gs>
            <a:gs pos="100000">
              <a:schemeClr val="accent5">
                <a:hueOff val="-7898339"/>
                <a:satOff val="8839"/>
                <a:lumOff val="504"/>
                <a:alphaOff val="0"/>
                <a:shade val="72000"/>
                <a:satMod val="130000"/>
                <a:lumMod val="100000"/>
              </a:schemeClr>
            </a:gs>
          </a:gsLst>
          <a:lin ang="5400000" scaled="0"/>
        </a:gradFill>
        <a:ln>
          <a:noFill/>
        </a:ln>
        <a:effectLst>
          <a:outerShdw blurRad="50800" dist="38100" dir="5400000" sy="96000" rotWithShape="0">
            <a:srgbClr val="000000">
              <a:alpha val="54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10727" tIns="116228" rIns="110727" bIns="116228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>
              <a:latin typeface="+mn-lt"/>
              <a:cs typeface="Times New Roman" panose="02020603050405020304" pitchFamily="18" charset="0"/>
            </a:rPr>
            <a:t>Chroma Database</a:t>
          </a:r>
        </a:p>
      </dsp:txBody>
      <dsp:txXfrm>
        <a:off x="8340418" y="698886"/>
        <a:ext cx="2259704" cy="1355822"/>
      </dsp:txXfrm>
    </dsp:sp>
    <dsp:sp modelId="{269C6D84-34A2-44B8-BD57-91B792BD8622}">
      <dsp:nvSpPr>
        <dsp:cNvPr id="0" name=""/>
        <dsp:cNvSpPr/>
      </dsp:nvSpPr>
      <dsp:spPr>
        <a:xfrm>
          <a:off x="2260013" y="3206632"/>
          <a:ext cx="489131" cy="91440"/>
        </a:xfrm>
        <a:custGeom>
          <a:avLst/>
          <a:gdLst/>
          <a:ahLst/>
          <a:cxnLst/>
          <a:rect l="0" t="0" r="0" b="0"/>
          <a:pathLst>
            <a:path>
              <a:moveTo>
                <a:pt x="0" y="45720"/>
              </a:moveTo>
              <a:lnTo>
                <a:pt x="489131" y="45720"/>
              </a:lnTo>
            </a:path>
          </a:pathLst>
        </a:custGeom>
        <a:noFill/>
        <a:ln w="12700" cap="flat" cmpd="sng" algn="ctr">
          <a:solidFill>
            <a:schemeClr val="accent5">
              <a:hueOff val="-12286306"/>
              <a:satOff val="13750"/>
              <a:lumOff val="785"/>
              <a:alphaOff val="0"/>
            </a:schemeClr>
          </a:solidFill>
          <a:prstDash val="solid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2000" kern="1200">
            <a:latin typeface="+mn-lt"/>
            <a:cs typeface="Times New Roman" panose="02020603050405020304" pitchFamily="18" charset="0"/>
          </a:endParaRPr>
        </a:p>
      </dsp:txBody>
      <dsp:txXfrm>
        <a:off x="2491586" y="3249753"/>
        <a:ext cx="25986" cy="5197"/>
      </dsp:txXfrm>
    </dsp:sp>
    <dsp:sp modelId="{AC6C65C6-719C-4597-A081-7E2BB179625D}">
      <dsp:nvSpPr>
        <dsp:cNvPr id="0" name=""/>
        <dsp:cNvSpPr/>
      </dsp:nvSpPr>
      <dsp:spPr>
        <a:xfrm>
          <a:off x="2109" y="2574440"/>
          <a:ext cx="2259704" cy="1355822"/>
        </a:xfrm>
        <a:prstGeom prst="rect">
          <a:avLst/>
        </a:prstGeom>
        <a:gradFill rotWithShape="0">
          <a:gsLst>
            <a:gs pos="0">
              <a:schemeClr val="accent5">
                <a:hueOff val="-10531119"/>
                <a:satOff val="11786"/>
                <a:lumOff val="673"/>
                <a:alphaOff val="0"/>
                <a:tint val="94000"/>
                <a:satMod val="100000"/>
                <a:lumMod val="104000"/>
              </a:schemeClr>
            </a:gs>
            <a:gs pos="69000">
              <a:schemeClr val="accent5">
                <a:hueOff val="-10531119"/>
                <a:satOff val="11786"/>
                <a:lumOff val="673"/>
                <a:alphaOff val="0"/>
                <a:shade val="86000"/>
                <a:satMod val="130000"/>
                <a:lumMod val="102000"/>
              </a:schemeClr>
            </a:gs>
            <a:gs pos="100000">
              <a:schemeClr val="accent5">
                <a:hueOff val="-10531119"/>
                <a:satOff val="11786"/>
                <a:lumOff val="673"/>
                <a:alphaOff val="0"/>
                <a:shade val="72000"/>
                <a:satMod val="130000"/>
                <a:lumMod val="100000"/>
              </a:schemeClr>
            </a:gs>
          </a:gsLst>
          <a:lin ang="5400000" scaled="0"/>
        </a:gradFill>
        <a:ln>
          <a:noFill/>
        </a:ln>
        <a:effectLst>
          <a:outerShdw blurRad="50800" dist="38100" dir="5400000" sy="96000" rotWithShape="0">
            <a:srgbClr val="000000">
              <a:alpha val="54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10727" tIns="116228" rIns="110727" bIns="116228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>
              <a:latin typeface="+mn-lt"/>
              <a:cs typeface="Times New Roman" panose="02020603050405020304" pitchFamily="18" charset="0"/>
            </a:rPr>
            <a:t>BM25 Index</a:t>
          </a:r>
        </a:p>
      </dsp:txBody>
      <dsp:txXfrm>
        <a:off x="2109" y="2574440"/>
        <a:ext cx="2259704" cy="1355822"/>
      </dsp:txXfrm>
    </dsp:sp>
    <dsp:sp modelId="{7A5CB7A3-61F2-4135-843F-F9945FA98AD4}">
      <dsp:nvSpPr>
        <dsp:cNvPr id="0" name=""/>
        <dsp:cNvSpPr/>
      </dsp:nvSpPr>
      <dsp:spPr>
        <a:xfrm>
          <a:off x="5039450" y="3206632"/>
          <a:ext cx="489131" cy="91440"/>
        </a:xfrm>
        <a:custGeom>
          <a:avLst/>
          <a:gdLst/>
          <a:ahLst/>
          <a:cxnLst/>
          <a:rect l="0" t="0" r="0" b="0"/>
          <a:pathLst>
            <a:path>
              <a:moveTo>
                <a:pt x="0" y="45720"/>
              </a:moveTo>
              <a:lnTo>
                <a:pt x="489131" y="45720"/>
              </a:lnTo>
            </a:path>
          </a:pathLst>
        </a:custGeom>
        <a:noFill/>
        <a:ln w="12700" cap="flat" cmpd="sng" algn="ctr">
          <a:solidFill>
            <a:schemeClr val="accent5">
              <a:hueOff val="-15357881"/>
              <a:satOff val="17188"/>
              <a:lumOff val="981"/>
              <a:alphaOff val="0"/>
            </a:schemeClr>
          </a:solidFill>
          <a:prstDash val="solid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2000" kern="1200">
            <a:latin typeface="+mn-lt"/>
            <a:cs typeface="Times New Roman" panose="02020603050405020304" pitchFamily="18" charset="0"/>
          </a:endParaRPr>
        </a:p>
      </dsp:txBody>
      <dsp:txXfrm>
        <a:off x="5271022" y="3249753"/>
        <a:ext cx="25986" cy="5197"/>
      </dsp:txXfrm>
    </dsp:sp>
    <dsp:sp modelId="{4FFDC724-7059-4619-86E9-15422B6B01DF}">
      <dsp:nvSpPr>
        <dsp:cNvPr id="0" name=""/>
        <dsp:cNvSpPr/>
      </dsp:nvSpPr>
      <dsp:spPr>
        <a:xfrm>
          <a:off x="2781545" y="2574440"/>
          <a:ext cx="2259704" cy="1355822"/>
        </a:xfrm>
        <a:prstGeom prst="rect">
          <a:avLst/>
        </a:prstGeom>
        <a:gradFill rotWithShape="0">
          <a:gsLst>
            <a:gs pos="0">
              <a:schemeClr val="accent5">
                <a:hueOff val="-13163898"/>
                <a:satOff val="14732"/>
                <a:lumOff val="841"/>
                <a:alphaOff val="0"/>
                <a:tint val="94000"/>
                <a:satMod val="100000"/>
                <a:lumMod val="104000"/>
              </a:schemeClr>
            </a:gs>
            <a:gs pos="69000">
              <a:schemeClr val="accent5">
                <a:hueOff val="-13163898"/>
                <a:satOff val="14732"/>
                <a:lumOff val="841"/>
                <a:alphaOff val="0"/>
                <a:shade val="86000"/>
                <a:satMod val="130000"/>
                <a:lumMod val="102000"/>
              </a:schemeClr>
            </a:gs>
            <a:gs pos="100000">
              <a:schemeClr val="accent5">
                <a:hueOff val="-13163898"/>
                <a:satOff val="14732"/>
                <a:lumOff val="841"/>
                <a:alphaOff val="0"/>
                <a:shade val="72000"/>
                <a:satMod val="130000"/>
                <a:lumMod val="100000"/>
              </a:schemeClr>
            </a:gs>
          </a:gsLst>
          <a:lin ang="5400000" scaled="0"/>
        </a:gradFill>
        <a:ln>
          <a:noFill/>
        </a:ln>
        <a:effectLst>
          <a:outerShdw blurRad="50800" dist="38100" dir="5400000" sy="96000" rotWithShape="0">
            <a:srgbClr val="000000">
              <a:alpha val="54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10727" tIns="116228" rIns="110727" bIns="116228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>
              <a:latin typeface="+mn-lt"/>
              <a:cs typeface="Times New Roman" panose="02020603050405020304" pitchFamily="18" charset="0"/>
            </a:rPr>
            <a:t>Prompt Construction</a:t>
          </a:r>
        </a:p>
      </dsp:txBody>
      <dsp:txXfrm>
        <a:off x="2781545" y="2574440"/>
        <a:ext cx="2259704" cy="1355822"/>
      </dsp:txXfrm>
    </dsp:sp>
    <dsp:sp modelId="{15F4D6B9-B393-4718-BA22-DD3FB0B7EA22}">
      <dsp:nvSpPr>
        <dsp:cNvPr id="0" name=""/>
        <dsp:cNvSpPr/>
      </dsp:nvSpPr>
      <dsp:spPr>
        <a:xfrm>
          <a:off x="7818886" y="3206632"/>
          <a:ext cx="489131" cy="91440"/>
        </a:xfrm>
        <a:custGeom>
          <a:avLst/>
          <a:gdLst/>
          <a:ahLst/>
          <a:cxnLst/>
          <a:rect l="0" t="0" r="0" b="0"/>
          <a:pathLst>
            <a:path>
              <a:moveTo>
                <a:pt x="0" y="45720"/>
              </a:moveTo>
              <a:lnTo>
                <a:pt x="489131" y="45720"/>
              </a:lnTo>
            </a:path>
          </a:pathLst>
        </a:custGeom>
        <a:noFill/>
        <a:ln w="12700" cap="flat" cmpd="sng" algn="ctr">
          <a:solidFill>
            <a:schemeClr val="accent5">
              <a:hueOff val="-18429457"/>
              <a:satOff val="20625"/>
              <a:lumOff val="1177"/>
              <a:alphaOff val="0"/>
            </a:schemeClr>
          </a:solidFill>
          <a:prstDash val="solid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2000" kern="1200">
            <a:latin typeface="+mn-lt"/>
            <a:cs typeface="Times New Roman" panose="02020603050405020304" pitchFamily="18" charset="0"/>
          </a:endParaRPr>
        </a:p>
      </dsp:txBody>
      <dsp:txXfrm>
        <a:off x="8050458" y="3249753"/>
        <a:ext cx="25986" cy="5197"/>
      </dsp:txXfrm>
    </dsp:sp>
    <dsp:sp modelId="{9548CA0E-5F67-4034-8B26-C10C3498FF18}">
      <dsp:nvSpPr>
        <dsp:cNvPr id="0" name=""/>
        <dsp:cNvSpPr/>
      </dsp:nvSpPr>
      <dsp:spPr>
        <a:xfrm>
          <a:off x="5560981" y="2574440"/>
          <a:ext cx="2259704" cy="1355822"/>
        </a:xfrm>
        <a:prstGeom prst="rect">
          <a:avLst/>
        </a:prstGeom>
        <a:gradFill rotWithShape="0">
          <a:gsLst>
            <a:gs pos="0">
              <a:schemeClr val="accent5">
                <a:hueOff val="-15796677"/>
                <a:satOff val="17679"/>
                <a:lumOff val="1009"/>
                <a:alphaOff val="0"/>
                <a:tint val="94000"/>
                <a:satMod val="100000"/>
                <a:lumMod val="104000"/>
              </a:schemeClr>
            </a:gs>
            <a:gs pos="69000">
              <a:schemeClr val="accent5">
                <a:hueOff val="-15796677"/>
                <a:satOff val="17679"/>
                <a:lumOff val="1009"/>
                <a:alphaOff val="0"/>
                <a:shade val="86000"/>
                <a:satMod val="130000"/>
                <a:lumMod val="102000"/>
              </a:schemeClr>
            </a:gs>
            <a:gs pos="100000">
              <a:schemeClr val="accent5">
                <a:hueOff val="-15796677"/>
                <a:satOff val="17679"/>
                <a:lumOff val="1009"/>
                <a:alphaOff val="0"/>
                <a:shade val="72000"/>
                <a:satMod val="130000"/>
                <a:lumMod val="100000"/>
              </a:schemeClr>
            </a:gs>
          </a:gsLst>
          <a:lin ang="5400000" scaled="0"/>
        </a:gradFill>
        <a:ln>
          <a:noFill/>
        </a:ln>
        <a:effectLst>
          <a:outerShdw blurRad="50800" dist="38100" dir="5400000" sy="96000" rotWithShape="0">
            <a:srgbClr val="000000">
              <a:alpha val="54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10727" tIns="116228" rIns="110727" bIns="116228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>
              <a:latin typeface="+mn-lt"/>
              <a:cs typeface="Times New Roman" panose="02020603050405020304" pitchFamily="18" charset="0"/>
            </a:rPr>
            <a:t>Open AI GPT</a:t>
          </a:r>
        </a:p>
      </dsp:txBody>
      <dsp:txXfrm>
        <a:off x="5560981" y="2574440"/>
        <a:ext cx="2259704" cy="1355822"/>
      </dsp:txXfrm>
    </dsp:sp>
    <dsp:sp modelId="{FFC7A7C6-231F-4F82-B6D1-3DD285A07F64}">
      <dsp:nvSpPr>
        <dsp:cNvPr id="0" name=""/>
        <dsp:cNvSpPr/>
      </dsp:nvSpPr>
      <dsp:spPr>
        <a:xfrm>
          <a:off x="8340418" y="2574440"/>
          <a:ext cx="2259704" cy="1355822"/>
        </a:xfrm>
        <a:prstGeom prst="rect">
          <a:avLst/>
        </a:prstGeom>
        <a:gradFill rotWithShape="0">
          <a:gsLst>
            <a:gs pos="0">
              <a:schemeClr val="accent5">
                <a:hueOff val="-18429457"/>
                <a:satOff val="20625"/>
                <a:lumOff val="1177"/>
                <a:alphaOff val="0"/>
                <a:tint val="94000"/>
                <a:satMod val="100000"/>
                <a:lumMod val="104000"/>
              </a:schemeClr>
            </a:gs>
            <a:gs pos="69000">
              <a:schemeClr val="accent5">
                <a:hueOff val="-18429457"/>
                <a:satOff val="20625"/>
                <a:lumOff val="1177"/>
                <a:alphaOff val="0"/>
                <a:shade val="86000"/>
                <a:satMod val="130000"/>
                <a:lumMod val="102000"/>
              </a:schemeClr>
            </a:gs>
            <a:gs pos="100000">
              <a:schemeClr val="accent5">
                <a:hueOff val="-18429457"/>
                <a:satOff val="20625"/>
                <a:lumOff val="1177"/>
                <a:alphaOff val="0"/>
                <a:shade val="72000"/>
                <a:satMod val="130000"/>
                <a:lumMod val="100000"/>
              </a:schemeClr>
            </a:gs>
          </a:gsLst>
          <a:lin ang="5400000" scaled="0"/>
        </a:gradFill>
        <a:ln>
          <a:noFill/>
        </a:ln>
        <a:effectLst>
          <a:outerShdw blurRad="50800" dist="38100" dir="5400000" sy="96000" rotWithShape="0">
            <a:srgbClr val="000000">
              <a:alpha val="54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10727" tIns="116228" rIns="110727" bIns="116228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>
              <a:latin typeface="+mn-lt"/>
              <a:cs typeface="Times New Roman" panose="02020603050405020304" pitchFamily="18" charset="0"/>
            </a:rPr>
            <a:t>Citation Based Response</a:t>
          </a:r>
        </a:p>
      </dsp:txBody>
      <dsp:txXfrm>
        <a:off x="8340418" y="2574440"/>
        <a:ext cx="2259704" cy="1355822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830428B4-0A51-4D19-8195-3E84D0853D44}">
      <dsp:nvSpPr>
        <dsp:cNvPr id="0" name=""/>
        <dsp:cNvSpPr/>
      </dsp:nvSpPr>
      <dsp:spPr>
        <a:xfrm>
          <a:off x="2315259" y="10409"/>
          <a:ext cx="1955812" cy="1955812"/>
        </a:xfrm>
        <a:prstGeom prst="round2DiagRect">
          <a:avLst>
            <a:gd name="adj1" fmla="val 29727"/>
            <a:gd name="adj2" fmla="val 0"/>
          </a:avLst>
        </a:prstGeom>
        <a:solidFill>
          <a:schemeClr val="accent2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02329271-45DF-4E67-8F0D-5D298A28BD80}">
      <dsp:nvSpPr>
        <dsp:cNvPr id="0" name=""/>
        <dsp:cNvSpPr/>
      </dsp:nvSpPr>
      <dsp:spPr>
        <a:xfrm>
          <a:off x="2732071" y="427222"/>
          <a:ext cx="1122187" cy="1122187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8C219131-75F5-4AD6-A8A5-EBDFB923F2C1}">
      <dsp:nvSpPr>
        <dsp:cNvPr id="0" name=""/>
        <dsp:cNvSpPr/>
      </dsp:nvSpPr>
      <dsp:spPr>
        <a:xfrm>
          <a:off x="1690040" y="2575410"/>
          <a:ext cx="320625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10668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n-US" sz="2400" kern="1200"/>
            <a:t>API Limitations</a:t>
          </a:r>
        </a:p>
      </dsp:txBody>
      <dsp:txXfrm>
        <a:off x="1690040" y="2575410"/>
        <a:ext cx="3206250" cy="720000"/>
      </dsp:txXfrm>
    </dsp:sp>
    <dsp:sp modelId="{D7AA7466-E348-460E-8EED-84B3C69854AF}">
      <dsp:nvSpPr>
        <dsp:cNvPr id="0" name=""/>
        <dsp:cNvSpPr/>
      </dsp:nvSpPr>
      <dsp:spPr>
        <a:xfrm>
          <a:off x="6082603" y="10409"/>
          <a:ext cx="1955812" cy="1955812"/>
        </a:xfrm>
        <a:prstGeom prst="round2DiagRect">
          <a:avLst>
            <a:gd name="adj1" fmla="val 29727"/>
            <a:gd name="adj2" fmla="val 0"/>
          </a:avLst>
        </a:prstGeom>
        <a:solidFill>
          <a:schemeClr val="accent3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596EC4A1-9BE3-4FEC-91BB-828F98E722E9}">
      <dsp:nvSpPr>
        <dsp:cNvPr id="0" name=""/>
        <dsp:cNvSpPr/>
      </dsp:nvSpPr>
      <dsp:spPr>
        <a:xfrm>
          <a:off x="6499415" y="427222"/>
          <a:ext cx="1122187" cy="1122187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5479DD7-3E56-4022-BA40-AFB27F644876}">
      <dsp:nvSpPr>
        <dsp:cNvPr id="0" name=""/>
        <dsp:cNvSpPr/>
      </dsp:nvSpPr>
      <dsp:spPr>
        <a:xfrm>
          <a:off x="5457384" y="2575410"/>
          <a:ext cx="320625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10668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n-US" sz="2400" kern="1200"/>
            <a:t>Source data is not fully fetched.</a:t>
          </a:r>
        </a:p>
      </dsp:txBody>
      <dsp:txXfrm>
        <a:off x="5457384" y="2575410"/>
        <a:ext cx="3206250" cy="720000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CBD392D5-E0ED-44A7-88E1-70334778D37A}">
      <dsp:nvSpPr>
        <dsp:cNvPr id="0" name=""/>
        <dsp:cNvSpPr/>
      </dsp:nvSpPr>
      <dsp:spPr>
        <a:xfrm>
          <a:off x="0" y="0"/>
          <a:ext cx="7972329" cy="595047"/>
        </a:xfrm>
        <a:prstGeom prst="roundRect">
          <a:avLst>
            <a:gd name="adj" fmla="val 10000"/>
          </a:avLst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1440" tIns="91440" rIns="91440" bIns="91440" numCol="1" spcCol="1270" anchor="ctr" anchorCtr="0">
          <a:noAutofit/>
        </a:bodyPr>
        <a:lstStyle/>
        <a:p>
          <a:pPr marL="0" lvl="0" indent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 dirty="0">
              <a:effectLst/>
            </a:rPr>
            <a:t>Voice-based movie assistant </a:t>
          </a:r>
        </a:p>
      </dsp:txBody>
      <dsp:txXfrm>
        <a:off x="17428" y="17428"/>
        <a:ext cx="7260607" cy="560191"/>
      </dsp:txXfrm>
    </dsp:sp>
    <dsp:sp modelId="{5E23B427-2249-4CF8-BDAA-7873FC91E890}">
      <dsp:nvSpPr>
        <dsp:cNvPr id="0" name=""/>
        <dsp:cNvSpPr/>
      </dsp:nvSpPr>
      <dsp:spPr>
        <a:xfrm>
          <a:off x="595336" y="677693"/>
          <a:ext cx="7972329" cy="595047"/>
        </a:xfrm>
        <a:prstGeom prst="roundRect">
          <a:avLst>
            <a:gd name="adj" fmla="val 10000"/>
          </a:avLst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1440" tIns="91440" rIns="91440" bIns="91440" numCol="1" spcCol="1270" anchor="ctr" anchorCtr="0">
          <a:noAutofit/>
        </a:bodyPr>
        <a:lstStyle/>
        <a:p>
          <a:pPr marL="0" lvl="0" indent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>
              <a:effectLst/>
            </a:rPr>
            <a:t>Conversational </a:t>
          </a:r>
          <a:endParaRPr lang="en-US" sz="2400" kern="1200" dirty="0">
            <a:effectLst/>
          </a:endParaRPr>
        </a:p>
      </dsp:txBody>
      <dsp:txXfrm>
        <a:off x="612764" y="695121"/>
        <a:ext cx="6955356" cy="560191"/>
      </dsp:txXfrm>
    </dsp:sp>
    <dsp:sp modelId="{BB1DD28D-E77B-4B3B-B012-BF45F01A82A7}">
      <dsp:nvSpPr>
        <dsp:cNvPr id="0" name=""/>
        <dsp:cNvSpPr/>
      </dsp:nvSpPr>
      <dsp:spPr>
        <a:xfrm>
          <a:off x="1190672" y="1355386"/>
          <a:ext cx="7972329" cy="595047"/>
        </a:xfrm>
        <a:prstGeom prst="roundRect">
          <a:avLst>
            <a:gd name="adj" fmla="val 10000"/>
          </a:avLst>
        </a:prstGeom>
        <a:solidFill>
          <a:schemeClr val="accent4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1440" tIns="91440" rIns="91440" bIns="91440" numCol="1" spcCol="1270" anchor="ctr" anchorCtr="0">
          <a:noAutofit/>
        </a:bodyPr>
        <a:lstStyle/>
        <a:p>
          <a:pPr marL="0" lvl="0" indent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>
              <a:effectLst/>
            </a:rPr>
            <a:t>Maintaing User History</a:t>
          </a:r>
          <a:endParaRPr lang="en-US" sz="2400" kern="1200" dirty="0">
            <a:effectLst/>
          </a:endParaRPr>
        </a:p>
      </dsp:txBody>
      <dsp:txXfrm>
        <a:off x="1208100" y="1372814"/>
        <a:ext cx="6955356" cy="560191"/>
      </dsp:txXfrm>
    </dsp:sp>
    <dsp:sp modelId="{789C5DB7-CD60-4551-8497-F7A6DAE61AA3}">
      <dsp:nvSpPr>
        <dsp:cNvPr id="0" name=""/>
        <dsp:cNvSpPr/>
      </dsp:nvSpPr>
      <dsp:spPr>
        <a:xfrm>
          <a:off x="1786008" y="2033079"/>
          <a:ext cx="7972329" cy="595047"/>
        </a:xfrm>
        <a:prstGeom prst="roundRect">
          <a:avLst>
            <a:gd name="adj" fmla="val 10000"/>
          </a:avLst>
        </a:prstGeom>
        <a:solidFill>
          <a:schemeClr val="accent5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1440" tIns="91440" rIns="91440" bIns="91440" numCol="1" spcCol="1270" anchor="ctr" anchorCtr="0">
          <a:noAutofit/>
        </a:bodyPr>
        <a:lstStyle/>
        <a:p>
          <a:pPr marL="0" lvl="0" indent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 dirty="0"/>
            <a:t>Multi-language support </a:t>
          </a:r>
        </a:p>
      </dsp:txBody>
      <dsp:txXfrm>
        <a:off x="1803436" y="2050507"/>
        <a:ext cx="6955356" cy="560191"/>
      </dsp:txXfrm>
    </dsp:sp>
    <dsp:sp modelId="{76A9B2FB-33A5-4E5E-9176-B77B55C7F6E4}">
      <dsp:nvSpPr>
        <dsp:cNvPr id="0" name=""/>
        <dsp:cNvSpPr/>
      </dsp:nvSpPr>
      <dsp:spPr>
        <a:xfrm>
          <a:off x="2381345" y="2710772"/>
          <a:ext cx="7972329" cy="595047"/>
        </a:xfrm>
        <a:prstGeom prst="roundRect">
          <a:avLst>
            <a:gd name="adj" fmla="val 10000"/>
          </a:avLst>
        </a:prstGeom>
        <a:solidFill>
          <a:schemeClr val="accent6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1440" tIns="91440" rIns="91440" bIns="91440" numCol="1" spcCol="1270" anchor="ctr" anchorCtr="0">
          <a:noAutofit/>
        </a:bodyPr>
        <a:lstStyle/>
        <a:p>
          <a:pPr marL="0" lvl="0" indent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/>
            <a:t>Personalized recommendations</a:t>
          </a:r>
        </a:p>
      </dsp:txBody>
      <dsp:txXfrm>
        <a:off x="2398773" y="2728200"/>
        <a:ext cx="6955356" cy="560191"/>
      </dsp:txXfrm>
    </dsp:sp>
    <dsp:sp modelId="{7DA4A8E4-D207-4D40-9706-9EAAE569B11F}">
      <dsp:nvSpPr>
        <dsp:cNvPr id="0" name=""/>
        <dsp:cNvSpPr/>
      </dsp:nvSpPr>
      <dsp:spPr>
        <a:xfrm>
          <a:off x="7585548" y="434715"/>
          <a:ext cx="386780" cy="386780"/>
        </a:xfrm>
        <a:prstGeom prst="downArrow">
          <a:avLst>
            <a:gd name="adj1" fmla="val 55000"/>
            <a:gd name="adj2" fmla="val 45000"/>
          </a:avLst>
        </a:prstGeom>
        <a:solidFill>
          <a:schemeClr val="accent2">
            <a:tint val="40000"/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2">
              <a:tint val="40000"/>
              <a:alpha val="9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0480" tIns="30480" rIns="30480" bIns="3048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2400" kern="1200"/>
        </a:p>
      </dsp:txBody>
      <dsp:txXfrm>
        <a:off x="7672573" y="434715"/>
        <a:ext cx="212730" cy="291052"/>
      </dsp:txXfrm>
    </dsp:sp>
    <dsp:sp modelId="{56DD625A-EE5B-444C-B571-4704791A9FD2}">
      <dsp:nvSpPr>
        <dsp:cNvPr id="0" name=""/>
        <dsp:cNvSpPr/>
      </dsp:nvSpPr>
      <dsp:spPr>
        <a:xfrm>
          <a:off x="8180885" y="1112408"/>
          <a:ext cx="386780" cy="386780"/>
        </a:xfrm>
        <a:prstGeom prst="downArrow">
          <a:avLst>
            <a:gd name="adj1" fmla="val 55000"/>
            <a:gd name="adj2" fmla="val 45000"/>
          </a:avLst>
        </a:prstGeom>
        <a:solidFill>
          <a:schemeClr val="accent3">
            <a:tint val="40000"/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3">
              <a:tint val="40000"/>
              <a:alpha val="9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860" tIns="22860" rIns="22860" bIns="2286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800" kern="1200"/>
        </a:p>
      </dsp:txBody>
      <dsp:txXfrm>
        <a:off x="8267910" y="1112408"/>
        <a:ext cx="212730" cy="291052"/>
      </dsp:txXfrm>
    </dsp:sp>
    <dsp:sp modelId="{E6DF295F-25B5-4600-81B4-89609964798D}">
      <dsp:nvSpPr>
        <dsp:cNvPr id="0" name=""/>
        <dsp:cNvSpPr/>
      </dsp:nvSpPr>
      <dsp:spPr>
        <a:xfrm>
          <a:off x="8776221" y="1780184"/>
          <a:ext cx="386780" cy="386780"/>
        </a:xfrm>
        <a:prstGeom prst="downArrow">
          <a:avLst>
            <a:gd name="adj1" fmla="val 55000"/>
            <a:gd name="adj2" fmla="val 45000"/>
          </a:avLst>
        </a:prstGeom>
        <a:solidFill>
          <a:schemeClr val="accent4">
            <a:tint val="40000"/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4">
              <a:tint val="40000"/>
              <a:alpha val="9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860" tIns="22860" rIns="22860" bIns="2286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800" kern="1200"/>
        </a:p>
      </dsp:txBody>
      <dsp:txXfrm>
        <a:off x="8863246" y="1780184"/>
        <a:ext cx="212730" cy="291052"/>
      </dsp:txXfrm>
    </dsp:sp>
    <dsp:sp modelId="{E624C9DD-3D41-42B0-B0D6-21A23FDAC0E2}">
      <dsp:nvSpPr>
        <dsp:cNvPr id="0" name=""/>
        <dsp:cNvSpPr/>
      </dsp:nvSpPr>
      <dsp:spPr>
        <a:xfrm>
          <a:off x="9371557" y="2464488"/>
          <a:ext cx="386780" cy="386780"/>
        </a:xfrm>
        <a:prstGeom prst="downArrow">
          <a:avLst>
            <a:gd name="adj1" fmla="val 55000"/>
            <a:gd name="adj2" fmla="val 45000"/>
          </a:avLst>
        </a:prstGeom>
        <a:solidFill>
          <a:schemeClr val="accent5">
            <a:tint val="40000"/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5">
              <a:tint val="40000"/>
              <a:alpha val="9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0480" tIns="30480" rIns="30480" bIns="3048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2400" kern="1200"/>
        </a:p>
      </dsp:txBody>
      <dsp:txXfrm>
        <a:off x="9458582" y="2464488"/>
        <a:ext cx="212730" cy="291052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16/7/layout/RepeatingBendingProcessNew">
  <dgm:title val="Repeating Bending Process New"/>
  <dgm:desc val=""/>
  <dgm:catLst>
    <dgm:cat type="process" pri="5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axis="self" func="var" arg="dir" op="equ" val="norm">
        <dgm:alg type="snake">
          <dgm:param type="grDir" val="tL"/>
          <dgm:param type="flowDir" val="row"/>
          <dgm:param type="contDir" val="sameDir"/>
          <dgm:param type="bkpt" val="endCnv"/>
        </dgm:alg>
      </dgm:if>
      <dgm:else name="Name3">
        <dgm:alg type="snake">
          <dgm:param type="grDir" val="tR"/>
          <dgm:param type="flowDir" val="row"/>
          <dgm:param type="contDir" val="sameDir"/>
          <dgm:param type="bkpt" val="endCnv"/>
        </dgm:alg>
      </dgm:else>
    </dgm:choose>
    <dgm:shape xmlns:r="http://schemas.openxmlformats.org/officeDocument/2006/relationships" r:blip="">
      <dgm:adjLst/>
    </dgm:shape>
    <dgm:presOf/>
    <dgm:constrLst>
      <dgm:constr type="w" for="ch" ptType="node" refType="w"/>
      <dgm:constr type="w" for="ch" forName="sibTrans" refType="w" refFor="ch" refPtType="node" op="equ" fact="0.23"/>
      <dgm:constr type="sp" refType="w" refFor="ch" refForName="sibTrans" op="equ"/>
      <dgm:constr type="userB" for="des" forName="connectorText" refType="sp"/>
      <dgm:constr type="primFontSz" for="ch" ptType="node" op="equ" val="65"/>
      <dgm:constr type="h" for="ch" ptType="sibTrans" op="equ"/>
      <dgm:constr type="primFontSz" for="des" forName="connectorText" op="equ" val="55"/>
      <dgm:constr type="primFontSz" for="des" forName="connectorText" refType="primFontSz" refFor="ch" refPtType="node" op="lte" fact="0.8"/>
    </dgm:constrLst>
    <dgm:ruleLst/>
    <dgm:forEach name="nodesForEach" axis="ch" ptType="node">
      <dgm:layoutNode name="node">
        <dgm:varLst>
          <dgm:bulletEnabled val="1"/>
        </dgm:varLst>
        <dgm:alg type="tx"/>
        <dgm:shape xmlns:r="http://schemas.openxmlformats.org/officeDocument/2006/relationships" type="rect" r:blip="">
          <dgm:adjLst/>
        </dgm:shape>
        <dgm:presOf axis="desOrSelf" ptType="node"/>
        <dgm:constrLst>
          <dgm:constr type="h" refType="w" fact="0.6"/>
          <dgm:constr type="tMarg" refType="h" fact="0.243"/>
          <dgm:constr type="bMarg" refType="h" fact="0.243"/>
          <dgm:constr type="lMarg" refType="w" fact="0.1389"/>
          <dgm:constr type="rMarg" refType="w" fact="0.1389"/>
        </dgm:constrLst>
        <dgm:ruleLst>
          <dgm:rule type="primFontSz" val="12" fact="NaN" max="NaN"/>
        </dgm:ruleLst>
      </dgm:layoutNode>
      <dgm:forEach name="sibTransForEach" axis="followSib" ptType="sibTrans" cnt="1">
        <dgm:layoutNode name="sibTrans">
          <dgm:choose name="Name4">
            <dgm:if name="Name5" axis="self" func="var" arg="dir" op="equ" val="norm">
              <dgm:alg type="conn">
                <dgm:param type="connRout" val="bend"/>
                <dgm:param type="dim" val="1D"/>
                <dgm:param type="begPts" val="midR bCtr"/>
                <dgm:param type="endPts" val="midL tCtr"/>
              </dgm:alg>
            </dgm:if>
            <dgm:else name="Name6">
              <dgm:alg type="conn">
                <dgm:param type="connRout" val="bend"/>
                <dgm:param type="dim" val="1D"/>
                <dgm:param type="begPts" val="midL bCtr"/>
                <dgm:param type="endPts" val="midR tCtr"/>
              </dgm:alg>
            </dgm:else>
          </dgm:choose>
          <dgm:shape xmlns:r="http://schemas.openxmlformats.org/officeDocument/2006/relationships" type="conn" r:blip="" zOrderOff="-2">
            <dgm:adjLst/>
          </dgm:shape>
          <dgm:presOf axis="self"/>
          <dgm:constrLst>
            <dgm:constr type="begPad" val="-0.05"/>
            <dgm:constr type="endPad" val="0.9"/>
            <dgm:constr type="userA" for="ch" refType="connDist"/>
          </dgm:constrLst>
          <dgm:ruleLst/>
          <dgm:layoutNode name="connectorText">
            <dgm:alg type="tx">
              <dgm:param type="autoTxRot" val="upr"/>
            </dgm:alg>
            <dgm:shape xmlns:r="http://schemas.openxmlformats.org/officeDocument/2006/relationships" type="rect" r:blip="" hideGeom="1">
              <dgm:adjLst/>
            </dgm:shape>
            <dgm:presOf axis="self"/>
            <dgm:constrLst>
              <dgm:constr type="userA"/>
              <dgm:constr type="userB"/>
              <dgm:constr type="w" refType="userA" fact="0.05"/>
              <dgm:constr type="h" refType="userB" fact="0.01"/>
              <dgm:constr type="lMarg" val="1"/>
              <dgm:constr type="rMarg" val="1"/>
              <dgm:constr type="tMarg"/>
              <dgm:constr type="bMarg"/>
            </dgm:constrLst>
            <dgm:ruleLst>
              <dgm:rule type="w" val="NaN" fact="0.6" max="NaN"/>
              <dgm:rule type="h" val="NaN" fact="0.6" max="NaN"/>
              <dgm:rule type="primFontSz" val="5" fact="NaN" max="NaN"/>
            </dgm:ruleLst>
          </dgm:layoutNode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18/5/layout/IconLeafLabelList">
  <dgm:title val="Icon Leaf Label List"/>
  <dgm:desc val="Use to show non-sequential or grouped chunks of information accompanied by a related visuals. Works best with icons or small pictures with short text ca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sameDir"/>
          <dgm:param type="off" val="ctr"/>
          <dgm:param type="vertAlign" val="mid"/>
          <dgm:param type="horzAlign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  <dgm:param type="vertAlign" val="mid"/>
          <dgm:param type="horzAlign" val="ct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2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4"/>
          <dgm:constr type="h" for="des" forName="compNode" op="equ"/>
          <dgm:constr type="h" for="des" forName="textRect" op="equ"/>
        </dgm:constrLst>
      </dgm:if>
      <dgm:if name="Name5" axis="ch" ptType="node" func="cnt" op="lte" val="3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0"/>
          <dgm:constr type="h" for="des" forName="compNode" op="equ"/>
          <dgm:constr type="h" for="des" forName="textRect" op="equ"/>
        </dgm:constrLst>
      </dgm:if>
      <dgm:if name="Name6" axis="ch" ptType="node" func="cnt" op="lte" val="4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32"/>
          <dgm:constr type="h" for="des" forName="compNode" op="equ"/>
          <dgm:constr type="h" for="des" forName="textRect" op="equ"/>
        </dgm:constrLst>
      </dgm:if>
      <dgm:else name="Name7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24"/>
          <dgm:constr type="h" for="des" forName="compNode" op="equ"/>
          <dgm:constr type="h" for="des" forName="textRect" op="equ"/>
        </dgm:constrLst>
      </dgm:else>
    </dgm:choose>
    <dgm:ruleLst>
      <dgm:rule type="w" for="ch" forName="compNode" val="5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BgRect" refType="w" fact="0.61"/>
          <dgm:constr type="h" for="ch" forName="iconBgRect" refType="w" refFor="ch" refForName="iconBgRect"/>
          <dgm:constr type="t" for="ch" forName="iconBgRect"/>
          <dgm:constr type="ctrX" for="ch" forName="iconBgRect" refType="w" fact="0.5"/>
          <dgm:constr type="w" for="ch" forName="iconRect" refType="w" fact="0.35"/>
          <dgm:constr type="h" for="ch" forName="iconRect" refType="w" refFor="ch" refForName="iconRect"/>
          <dgm:constr type="ctrX" for="ch" forName="iconRect" refType="ctrX" refFor="ch" refForName="iconBgRect"/>
          <dgm:constr type="ctrY" for="ch" forName="iconRect" refType="ctrY" refFor="ch" refForName="iconBgRect"/>
          <dgm:constr type="h" for="ch" forName="spaceRect" refType="w" fact="0.19"/>
          <dgm:constr type="w" for="ch" forName="spaceRect" refType="w"/>
          <dgm:constr type="l" for="ch" forName="spaceRect"/>
          <dgm:constr type="t" for="ch" forName="spaceRect" refType="b" refFor="ch" refForName="iconBgRect"/>
          <dgm:constr type="h" for="ch" forName="textRect" val="20"/>
          <dgm:constr type="w" for="ch" forName="textRect" refType="w"/>
          <dgm:constr type="l" for="ch" forName="textRect"/>
          <dgm:constr type="t" for="ch" forName="textRect" refType="b" refFor="ch" refForName="spaceRect"/>
        </dgm:constrLst>
        <dgm:ruleLst>
          <dgm:rule type="h" val="INF" fact="NaN" max="NaN"/>
        </dgm:ruleLst>
        <dgm:layoutNode name="iconBgRect" styleLbl="bgShp">
          <dgm:alg type="sp"/>
          <dgm:shape xmlns:r="http://schemas.openxmlformats.org/officeDocument/2006/relationships" type="round2DiagRect" r:blip="">
            <dgm:adjLst/>
            <dgm:extLst>
              <a:ext uri="{B698B0E9-8C71-41B9-8309-B3DCBF30829C}">
                <dgm1612:spPr xmlns:dgm1612="http://schemas.microsoft.com/office/drawing/2016/12/diagram">
                  <a:prstGeom prst="round2DiagRect">
                    <a:avLst>
                      <a:gd name="adj1" fmla="val 29727"/>
                      <a:gd name="adj2" fmla="val 0"/>
                    </a:avLst>
                  </a:prstGeom>
                </dgm1612:spPr>
              </a:ext>
            </dgm:ext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textRect" styleLbl="revTx">
          <dgm:varLst>
            <dgm:chMax val="1"/>
            <dgm:chPref val="1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1" fact="NaN" max="NaN"/>
            <dgm:rule type="h" val="INF" fact="NaN" max="NaN"/>
          </dgm:ruleLst>
        </dgm:layoutNode>
      </dgm:layoutNode>
      <dgm:forEach name="Name9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  <a:defRPr cap="all"/>
        </a:lvl1pPr>
      </dgm1612:lstStyle>
    </a:ext>
  </dgm:extLst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vProcess5">
  <dgm:title val=""/>
  <dgm:desc val=""/>
  <dgm:catLst>
    <dgm:cat type="process" pri="14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2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</dgm:cxnLst>
      <dgm:bg/>
      <dgm:whole/>
    </dgm:dataModel>
  </dgm:clrData>
  <dgm:layoutNode name="outerComposite">
    <dgm:varLst>
      <dgm:chMax val="5"/>
      <dgm:dir/>
      <dgm:resizeHandles val="exact"/>
    </dgm:varLst>
    <dgm:alg type="composite"/>
    <dgm:shape xmlns:r="http://schemas.openxmlformats.org/officeDocument/2006/relationships" r:blip="">
      <dgm:adjLst/>
    </dgm:shape>
    <dgm:presOf/>
    <dgm:choose name="Name0">
      <dgm:if name="Name1" func="var" arg="dir" op="equ" val="norm">
        <dgm:constrLst>
          <dgm:constr type="primFontSz" for="ch" ptType="node" op="equ" val="65"/>
          <dgm:constr type="w" for="ch" forName="dummyMaxCanvas" refType="w"/>
          <dgm:constr type="h" for="ch" forName="dummyMaxCanvas" refType="h"/>
          <dgm:constr type="w" for="ch" forName="OneNode_1" refType="w"/>
          <dgm:constr type="h" for="ch" forName="OneNode_1" refType="h" fact="0.5"/>
          <dgm:constr type="ctrY" for="ch" forName="OneNode_1" refType="h" fact="0.5"/>
          <dgm:constr type="w" for="ch" forName="TwoNodes_1" refType="w" fact="0.85"/>
          <dgm:constr type="h" for="ch" forName="TwoNodes_1" refType="h" fact="0.45"/>
          <dgm:constr type="t" for="ch" forName="TwoNodes_1"/>
          <dgm:constr type="l" for="ch" forName="TwoNodes_1"/>
          <dgm:constr type="w" for="ch" forName="TwoNodes_2" refType="w" fact="0.85"/>
          <dgm:constr type="h" for="ch" forName="TwoNodes_2" refType="h" fact="0.45"/>
          <dgm:constr type="b" for="ch" forName="TwoNodes_2" refType="h"/>
          <dgm:constr type="r" for="ch" forName="TwoNodes_2" refType="w"/>
          <dgm:constr type="w" for="ch" forName="TwoConn_1-2" refType="h" refFor="ch" refForName="TwoNodes_1" fact="0.65"/>
          <dgm:constr type="h" for="ch" forName="TwoConn_1-2" refType="h" refFor="ch" refForName="TwoNodes_1" fact="0.65"/>
          <dgm:constr type="ctrY" for="ch" forName="TwoConn_1-2" refType="h" fact="0.5"/>
          <dgm:constr type="r" for="ch" forName="TwoConn_1-2" refType="r" refFor="ch" refForName="TwoNodes_1"/>
          <dgm:constr type="r" for="ch" forName="TwoNodes_1_text" refType="l" refFor="ch" refForName="TwoConn_1-2"/>
          <dgm:constr type="rOff" for="ch" forName="TwoNodes_1_text" refType="w" refFor="ch" refForName="TwoConn_1-2" fact="-0.5"/>
          <dgm:constr type="t" for="ch" forName="TwoNodes_1_text" refType="t" refFor="ch" refForName="TwoNodes_1"/>
          <dgm:constr type="b" for="ch" forName="TwoNodes_1_text" refType="b" refFor="ch" refForName="TwoNodes_1"/>
          <dgm:constr type="l" for="ch" forName="TwoNodes_1_text" refType="l" refFor="ch" refForName="TwoNodes_1"/>
          <dgm:constr type="r" for="ch" forName="TwoNodes_2_text" refType="l" refFor="ch" refForName="TwoConn_1-2"/>
          <dgm:constr type="t" for="ch" forName="TwoNodes_2_text" refType="t" refFor="ch" refForName="TwoNodes_2"/>
          <dgm:constr type="b" for="ch" forName="TwoNodes_2_text" refType="b" refFor="ch" refForName="TwoNodes_2"/>
          <dgm:constr type="l" for="ch" forName="TwoNodes_2_text" refType="l" refFor="ch" refForName="TwoNodes_2"/>
          <dgm:constr type="w" for="ch" forName="ThreeNodes_1" refType="w" fact="0.85"/>
          <dgm:constr type="h" for="ch" forName="ThreeNodes_1" refType="h" fact="0.3"/>
          <dgm:constr type="t" for="ch" forName="ThreeNodes_1"/>
          <dgm:constr type="l" for="ch" forName="ThreeNodes_1"/>
          <dgm:constr type="w" for="ch" forName="ThreeNodes_2" refType="w" fact="0.85"/>
          <dgm:constr type="h" for="ch" forName="ThreeNodes_2" refType="h" fact="0.3"/>
          <dgm:constr type="ctrY" for="ch" forName="ThreeNodes_2" refType="h" fact="0.5"/>
          <dgm:constr type="ctrX" for="ch" forName="ThreeNodes_2" refType="w" fact="0.5"/>
          <dgm:constr type="w" for="ch" forName="ThreeNodes_3" refType="w" fact="0.85"/>
          <dgm:constr type="h" for="ch" forName="ThreeNodes_3" refType="h" fact="0.3"/>
          <dgm:constr type="b" for="ch" forName="ThreeNodes_3" refType="h"/>
          <dgm:constr type="r" for="ch" forName="ThreeNodes_3" refType="w"/>
          <dgm:constr type="w" for="ch" forName="ThreeConn_1-2" refType="h" refFor="ch" refForName="ThreeNodes_1" fact="0.65"/>
          <dgm:constr type="h" for="ch" forName="ThreeConn_1-2" refType="h" refFor="ch" refForName="ThreeNodes_1" fact="0.65"/>
          <dgm:constr type="ctrY" for="ch" forName="ThreeConn_1-2" refType="h" fact="0.325"/>
          <dgm:constr type="r" for="ch" forName="ThreeConn_1-2" refType="r" refFor="ch" refForName="ThreeNodes_1"/>
          <dgm:constr type="w" for="ch" forName="ThreeConn_2-3" refType="h" refFor="ch" refForName="ThreeNodes_2" fact="0.65"/>
          <dgm:constr type="h" for="ch" forName="ThreeConn_2-3" refType="h" refFor="ch" refForName="ThreeNodes_2" fact="0.65"/>
          <dgm:constr type="ctrY" for="ch" forName="ThreeConn_2-3" refType="h" fact="0.673"/>
          <dgm:constr type="r" for="ch" forName="ThreeConn_2-3" refType="r" refFor="ch" refForName="ThreeNodes_2"/>
          <dgm:constr type="r" for="ch" forName="ThreeNodes_1_text" refType="l" refFor="ch" refForName="ThreeConn_1-2"/>
          <dgm:constr type="rOff" for="ch" forName="ThreeNodes_1_text" refType="w" refFor="ch" refForName="ThreeConn_1-2" fact="-0.57"/>
          <dgm:constr type="t" for="ch" forName="ThreeNodes_1_text" refType="t" refFor="ch" refForName="ThreeNodes_1"/>
          <dgm:constr type="b" for="ch" forName="ThreeNodes_1_text" refType="b" refFor="ch" refForName="ThreeNodes_1"/>
          <dgm:constr type="l" for="ch" forName="ThreeNodes_1_text" refType="l" refFor="ch" refForName="ThreeNodes_1"/>
          <dgm:constr type="r" for="ch" forName="ThreeNodes_2_text" refType="l" refFor="ch" refForName="ThreeConn_1-2"/>
          <dgm:constr type="t" for="ch" forName="ThreeNodes_2_text" refType="t" refFor="ch" refForName="ThreeNodes_2"/>
          <dgm:constr type="b" for="ch" forName="ThreeNodes_2_text" refType="b" refFor="ch" refForName="ThreeNodes_2"/>
          <dgm:constr type="l" for="ch" forName="ThreeNodes_2_text" refType="l" refFor="ch" refForName="ThreeNodes_2"/>
          <dgm:constr type="r" for="ch" forName="ThreeNodes_3_text" refType="l" refFor="ch" refForName="ThreeConn_2-3"/>
          <dgm:constr type="t" for="ch" forName="ThreeNodes_3_text" refType="t" refFor="ch" refForName="ThreeNodes_3"/>
          <dgm:constr type="b" for="ch" forName="ThreeNodes_3_text" refType="b" refFor="ch" refForName="ThreeNodes_3"/>
          <dgm:constr type="l" for="ch" forName="ThreeNodes_3_text" refType="l" refFor="ch" refForName="ThreeNodes_3"/>
          <dgm:constr type="w" for="ch" forName="FourNodes_1" refType="w" fact="0.8"/>
          <dgm:constr type="h" for="ch" forName="FourNodes_1" refType="h" fact="0.22"/>
          <dgm:constr type="t" for="ch" forName="FourNodes_1"/>
          <dgm:constr type="l" for="ch" forName="FourNodes_1"/>
          <dgm:constr type="w" for="ch" forName="FourNodes_2" refType="w" fact="0.8"/>
          <dgm:constr type="h" for="ch" forName="FourNodes_2" refType="h" fact="0.22"/>
          <dgm:constr type="ctrY" for="ch" forName="FourNodes_2" refType="h" fact="0.37"/>
          <dgm:constr type="ctrX" for="ch" forName="FourNodes_2" refType="w" fact="0.467"/>
          <dgm:constr type="w" for="ch" forName="FourNodes_3" refType="w" fact="0.8"/>
          <dgm:constr type="h" for="ch" forName="FourNodes_3" refType="h" fact="0.22"/>
          <dgm:constr type="ctrY" for="ch" forName="FourNodes_3" refType="h" fact="0.63"/>
          <dgm:constr type="ctrX" for="ch" forName="FourNodes_3" refType="w" fact="0.533"/>
          <dgm:constr type="w" for="ch" forName="FourNodes_4" refType="w" fact="0.8"/>
          <dgm:constr type="h" for="ch" forName="FourNodes_4" refType="h" fact="0.22"/>
          <dgm:constr type="b" for="ch" forName="FourNodes_4" refType="h"/>
          <dgm:constr type="r" for="ch" forName="FourNodes_4" refType="w"/>
          <dgm:constr type="w" for="ch" forName="FourConn_1-2" refType="h" refFor="ch" refForName="FourNodes_1" fact="0.65"/>
          <dgm:constr type="h" for="ch" forName="FourConn_1-2" refType="h" refFor="ch" refForName="FourNodes_1" fact="0.65"/>
          <dgm:constr type="ctrY" for="ch" forName="FourConn_1-2" refType="h" fact="0.24"/>
          <dgm:constr type="r" for="ch" forName="FourConn_1-2" refType="r" refFor="ch" refForName="FourNodes_1"/>
          <dgm:constr type="w" for="ch" forName="FourConn_2-3" refType="h" refFor="ch" refForName="FourNodes_2" fact="0.65"/>
          <dgm:constr type="h" for="ch" forName="FourConn_2-3" refType="h" refFor="ch" refForName="FourNodes_2" fact="0.65"/>
          <dgm:constr type="ctrY" for="ch" forName="FourConn_2-3" refType="h" fact="0.5"/>
          <dgm:constr type="r" for="ch" forName="FourConn_2-3" refType="r" refFor="ch" refForName="FourNodes_2"/>
          <dgm:constr type="w" for="ch" forName="FourConn_3-4" refType="h" refFor="ch" refForName="FourNodes_3" fact="0.65"/>
          <dgm:constr type="h" for="ch" forName="FourConn_3-4" refType="h" refFor="ch" refForName="FourNodes_3" fact="0.65"/>
          <dgm:constr type="ctrY" for="ch" forName="FourConn_3-4" refType="h" fact="0.76"/>
          <dgm:constr type="r" for="ch" forName="FourConn_3-4" refType="r" refFor="ch" refForName="FourNodes_3"/>
          <dgm:constr type="r" for="ch" forName="FourNodes_1_text" refType="l" refFor="ch" refForName="FourConn_1-2"/>
          <dgm:constr type="rOff" for="ch" forName="FourNodes_1_text" refType="w" refFor="ch" refForName="FourConn_1-2" fact="-0.7"/>
          <dgm:constr type="t" for="ch" forName="FourNodes_1_text" refType="t" refFor="ch" refForName="FourNodes_1"/>
          <dgm:constr type="b" for="ch" forName="FourNodes_1_text" refType="b" refFor="ch" refForName="FourNodes_1"/>
          <dgm:constr type="l" for="ch" forName="FourNodes_1_text" refType="l" refFor="ch" refForName="FourNodes_1"/>
          <dgm:constr type="r" for="ch" forName="FourNodes_2_text" refType="l" refFor="ch" refForName="FourConn_1-2"/>
          <dgm:constr type="t" for="ch" forName="FourNodes_2_text" refType="t" refFor="ch" refForName="FourNodes_2"/>
          <dgm:constr type="b" for="ch" forName="FourNodes_2_text" refType="b" refFor="ch" refForName="FourNodes_2"/>
          <dgm:constr type="l" for="ch" forName="FourNodes_2_text" refType="l" refFor="ch" refForName="FourNodes_2"/>
          <dgm:constr type="r" for="ch" forName="FourNodes_3_text" refType="l" refFor="ch" refForName="FourConn_2-3"/>
          <dgm:constr type="t" for="ch" forName="FourNodes_3_text" refType="t" refFor="ch" refForName="FourNodes_3"/>
          <dgm:constr type="b" for="ch" forName="FourNodes_3_text" refType="b" refFor="ch" refForName="FourNodes_3"/>
          <dgm:constr type="l" for="ch" forName="FourNodes_3_text" refType="l" refFor="ch" refForName="FourNodes_3"/>
          <dgm:constr type="r" for="ch" forName="FourNodes_4_text" refType="l" refFor="ch" refForName="FourConn_3-4"/>
          <dgm:constr type="t" for="ch" forName="FourNodes_4_text" refType="t" refFor="ch" refForName="FourNodes_4"/>
          <dgm:constr type="b" for="ch" forName="FourNodes_4_text" refType="b" refFor="ch" refForName="FourNodes_4"/>
          <dgm:constr type="l" for="ch" forName="FourNodes_4_text" refType="l" refFor="ch" refForName="FourNodes_4"/>
          <dgm:constr type="w" for="ch" forName="FiveNodes_1" refType="w" fact="0.77"/>
          <dgm:constr type="h" for="ch" forName="FiveNodes_1" refType="h" fact="0.18"/>
          <dgm:constr type="t" for="ch" forName="FiveNodes_1"/>
          <dgm:constr type="l" for="ch" forName="FiveNodes_1"/>
          <dgm:constr type="w" for="ch" forName="FiveNodes_2" refType="w" fact="0.77"/>
          <dgm:constr type="h" for="ch" forName="FiveNodes_2" refType="h" fact="0.18"/>
          <dgm:constr type="ctrY" for="ch" forName="FiveNodes_2" refType="h" fact="0.295"/>
          <dgm:constr type="ctrX" for="ch" forName="FiveNodes_2" refType="w" fact="0.4425"/>
          <dgm:constr type="w" for="ch" forName="FiveNodes_3" refType="w" fact="0.77"/>
          <dgm:constr type="h" for="ch" forName="FiveNodes_3" refType="h" fact="0.18"/>
          <dgm:constr type="ctrY" for="ch" forName="FiveNodes_3" refType="h" fact="0.5"/>
          <dgm:constr type="ctrX" for="ch" forName="FiveNodes_3" refType="w" fact="0.5"/>
          <dgm:constr type="w" for="ch" forName="FiveNodes_4" refType="w" fact="0.77"/>
          <dgm:constr type="h" for="ch" forName="FiveNodes_4" refType="h" fact="0.18"/>
          <dgm:constr type="ctrY" for="ch" forName="FiveNodes_4" refType="h" fact="0.705"/>
          <dgm:constr type="ctrX" for="ch" forName="FiveNodes_4" refType="w" fact="0.5575"/>
          <dgm:constr type="w" for="ch" forName="FiveNodes_5" refType="w" fact="0.77"/>
          <dgm:constr type="h" for="ch" forName="FiveNodes_5" refType="h" fact="0.18"/>
          <dgm:constr type="b" for="ch" forName="FiveNodes_5" refType="h"/>
          <dgm:constr type="r" for="ch" forName="FiveNodes_5" refType="w"/>
          <dgm:constr type="w" for="ch" forName="FiveConn_1-2" refType="h" refFor="ch" refForName="FiveNodes_1" fact="0.65"/>
          <dgm:constr type="h" for="ch" forName="FiveConn_1-2" refType="h" refFor="ch" refForName="FiveNodes_1" fact="0.65"/>
          <dgm:constr type="ctrY" for="ch" forName="FiveConn_1-2" refType="h" fact="0.19"/>
          <dgm:constr type="r" for="ch" forName="FiveConn_1-2" refType="r" refFor="ch" refForName="FiveNodes_1"/>
          <dgm:constr type="w" for="ch" forName="FiveConn_2-3" refType="h" refFor="ch" refForName="FiveNodes_2" fact="0.65"/>
          <dgm:constr type="h" for="ch" forName="FiveConn_2-3" refType="h" refFor="ch" refForName="FiveNodes_2" fact="0.65"/>
          <dgm:constr type="ctrY" for="ch" forName="FiveConn_2-3" refType="h" fact="0.395"/>
          <dgm:constr type="r" for="ch" forName="FiveConn_2-3" refType="r" refFor="ch" refForName="FiveNodes_2"/>
          <dgm:constr type="w" for="ch" forName="FiveConn_3-4" refType="h" refFor="ch" refForName="FiveNodes_3" fact="0.65"/>
          <dgm:constr type="h" for="ch" forName="FiveConn_3-4" refType="h" refFor="ch" refForName="FiveNodes_3" fact="0.65"/>
          <dgm:constr type="ctrY" for="ch" forName="FiveConn_3-4" refType="h" fact="0.597"/>
          <dgm:constr type="r" for="ch" forName="FiveConn_3-4" refType="r" refFor="ch" refForName="FiveNodes_3"/>
          <dgm:constr type="w" for="ch" forName="FiveConn_4-5" refType="h" refFor="ch" refForName="FiveNodes_4" fact="0.65"/>
          <dgm:constr type="h" for="ch" forName="FiveConn_4-5" refType="h" refFor="ch" refForName="FiveNodes_4" fact="0.65"/>
          <dgm:constr type="ctrY" for="ch" forName="FiveConn_4-5" refType="h" fact="0.804"/>
          <dgm:constr type="r" for="ch" forName="FiveConn_4-5" refType="r" refFor="ch" refForName="FiveNodes_4"/>
          <dgm:constr type="r" for="ch" forName="FiveNodes_1_text" refType="l" refFor="ch" refForName="FiveConn_1-2"/>
          <dgm:constr type="rOff" for="ch" forName="FiveNodes_1_text" refType="w" refFor="ch" refForName="FiveConn_1-2" fact="-0.75"/>
          <dgm:constr type="t" for="ch" forName="FiveNodes_1_text" refType="t" refFor="ch" refForName="FiveNodes_1"/>
          <dgm:constr type="b" for="ch" forName="FiveNodes_1_text" refType="b" refFor="ch" refForName="FiveNodes_1"/>
          <dgm:constr type="l" for="ch" forName="FiveNodes_1_text" refType="l" refFor="ch" refForName="FiveNodes_1"/>
          <dgm:constr type="r" for="ch" forName="FiveNodes_2_text" refType="l" refFor="ch" refForName="FiveConn_1-2"/>
          <dgm:constr type="t" for="ch" forName="FiveNodes_2_text" refType="t" refFor="ch" refForName="FiveNodes_2"/>
          <dgm:constr type="b" for="ch" forName="FiveNodes_2_text" refType="b" refFor="ch" refForName="FiveNodes_2"/>
          <dgm:constr type="l" for="ch" forName="FiveNodes_2_text" refType="l" refFor="ch" refForName="FiveNodes_2"/>
          <dgm:constr type="r" for="ch" forName="FiveNodes_3_text" refType="l" refFor="ch" refForName="FiveConn_2-3"/>
          <dgm:constr type="t" for="ch" forName="FiveNodes_3_text" refType="t" refFor="ch" refForName="FiveNodes_3"/>
          <dgm:constr type="b" for="ch" forName="FiveNodes_3_text" refType="b" refFor="ch" refForName="FiveNodes_3"/>
          <dgm:constr type="l" for="ch" forName="FiveNodes_3_text" refType="l" refFor="ch" refForName="FiveNodes_3"/>
          <dgm:constr type="r" for="ch" forName="FiveNodes_4_text" refType="l" refFor="ch" refForName="FiveConn_3-4"/>
          <dgm:constr type="t" for="ch" forName="FiveNodes_4_text" refType="t" refFor="ch" refForName="FiveNodes_4"/>
          <dgm:constr type="b" for="ch" forName="FiveNodes_4_text" refType="b" refFor="ch" refForName="FiveNodes_4"/>
          <dgm:constr type="l" for="ch" forName="FiveNodes_4_text" refType="l" refFor="ch" refForName="FiveNodes_4"/>
          <dgm:constr type="r" for="ch" forName="FiveNodes_5_text" refType="l" refFor="ch" refForName="FiveConn_4-5"/>
          <dgm:constr type="t" for="ch" forName="FiveNodes_5_text" refType="t" refFor="ch" refForName="FiveNodes_5"/>
          <dgm:constr type="b" for="ch" forName="FiveNodes_5_text" refType="b" refFor="ch" refForName="FiveNodes_5"/>
          <dgm:constr type="l" for="ch" forName="FiveNodes_5_text" refType="l" refFor="ch" refForName="FiveNodes_5"/>
        </dgm:constrLst>
      </dgm:if>
      <dgm:else name="Name2">
        <dgm:constrLst>
          <dgm:constr type="primFontSz" for="ch" ptType="node" op="equ" val="65"/>
          <dgm:constr type="w" for="ch" forName="dummyMaxCanvas" refType="w"/>
          <dgm:constr type="h" for="ch" forName="dummyMaxCanvas" refType="h"/>
          <dgm:constr type="w" for="ch" forName="OneNode_1" refType="w"/>
          <dgm:constr type="h" for="ch" forName="OneNode_1" refType="h" fact="0.5"/>
          <dgm:constr type="ctrY" for="ch" forName="OneNode_1" refType="h" fact="0.5"/>
          <dgm:constr type="w" for="ch" forName="TwoNodes_1" refType="w" fact="0.85"/>
          <dgm:constr type="h" for="ch" forName="TwoNodes_1" refType="h" fact="0.45"/>
          <dgm:constr type="t" for="ch" forName="TwoNodes_1"/>
          <dgm:constr type="r" for="ch" forName="TwoNodes_1" refType="w"/>
          <dgm:constr type="w" for="ch" forName="TwoNodes_2" refType="w" fact="0.85"/>
          <dgm:constr type="h" for="ch" forName="TwoNodes_2" refType="h" fact="0.45"/>
          <dgm:constr type="b" for="ch" forName="TwoNodes_2" refType="h"/>
          <dgm:constr type="l" for="ch" forName="TwoNodes_2"/>
          <dgm:constr type="w" for="ch" forName="TwoConn_1-2" refType="h" refFor="ch" refForName="TwoNodes_1" fact="0.65"/>
          <dgm:constr type="h" for="ch" forName="TwoConn_1-2" refType="h" refFor="ch" refForName="TwoNodes_1" fact="0.65"/>
          <dgm:constr type="ctrY" for="ch" forName="TwoConn_1-2" refType="h" fact="0.5"/>
          <dgm:constr type="l" for="ch" forName="TwoConn_1-2" refType="l" refFor="ch" refForName="TwoNodes_1"/>
          <dgm:constr type="l" for="ch" forName="TwoNodes_1_text" refType="r" refFor="ch" refForName="TwoConn_1-2"/>
          <dgm:constr type="lOff" for="ch" forName="TwoNodes_1_text" refType="w" refFor="ch" refForName="TwoConn_1-2" fact="0.5"/>
          <dgm:constr type="t" for="ch" forName="TwoNodes_1_text" refType="t" refFor="ch" refForName="TwoNodes_1"/>
          <dgm:constr type="b" for="ch" forName="TwoNodes_1_text" refType="b" refFor="ch" refForName="TwoNodes_1"/>
          <dgm:constr type="r" for="ch" forName="TwoNodes_1_text" refType="r" refFor="ch" refForName="TwoNodes_1"/>
          <dgm:constr type="l" for="ch" forName="TwoNodes_2_text" refType="r" refFor="ch" refForName="TwoConn_1-2"/>
          <dgm:constr type="t" for="ch" forName="TwoNodes_2_text" refType="t" refFor="ch" refForName="TwoNodes_2"/>
          <dgm:constr type="b" for="ch" forName="TwoNodes_2_text" refType="b" refFor="ch" refForName="TwoNodes_2"/>
          <dgm:constr type="r" for="ch" forName="TwoNodes_2_text" refType="r" refFor="ch" refForName="TwoNodes_2"/>
          <dgm:constr type="w" for="ch" forName="ThreeNodes_1" refType="w" fact="0.85"/>
          <dgm:constr type="h" for="ch" forName="ThreeNodes_1" refType="h" fact="0.3"/>
          <dgm:constr type="t" for="ch" forName="ThreeNodes_1"/>
          <dgm:constr type="r" for="ch" forName="ThreeNodes_1" refType="w"/>
          <dgm:constr type="w" for="ch" forName="ThreeNodes_2" refType="w" fact="0.85"/>
          <dgm:constr type="h" for="ch" forName="ThreeNodes_2" refType="h" fact="0.3"/>
          <dgm:constr type="ctrY" for="ch" forName="ThreeNodes_2" refType="h" fact="0.5"/>
          <dgm:constr type="ctrX" for="ch" forName="ThreeNodes_2" refType="w" fact="0.5"/>
          <dgm:constr type="w" for="ch" forName="ThreeNodes_3" refType="w" fact="0.85"/>
          <dgm:constr type="h" for="ch" forName="ThreeNodes_3" refType="h" fact="0.3"/>
          <dgm:constr type="b" for="ch" forName="ThreeNodes_3" refType="h"/>
          <dgm:constr type="l" for="ch" forName="ThreeNodes_3"/>
          <dgm:constr type="w" for="ch" forName="ThreeConn_1-2" refType="h" refFor="ch" refForName="ThreeNodes_1" fact="0.65"/>
          <dgm:constr type="h" for="ch" forName="ThreeConn_1-2" refType="h" refFor="ch" refForName="ThreeNodes_1" fact="0.65"/>
          <dgm:constr type="ctrY" for="ch" forName="ThreeConn_1-2" refType="h" fact="0.325"/>
          <dgm:constr type="l" for="ch" forName="ThreeConn_1-2" refType="l" refFor="ch" refForName="ThreeNodes_1"/>
          <dgm:constr type="w" for="ch" forName="ThreeConn_2-3" refType="h" refFor="ch" refForName="ThreeNodes_2" fact="0.65"/>
          <dgm:constr type="h" for="ch" forName="ThreeConn_2-3" refType="h" refFor="ch" refForName="ThreeNodes_2" fact="0.65"/>
          <dgm:constr type="ctrY" for="ch" forName="ThreeConn_2-3" refType="h" fact="0.673"/>
          <dgm:constr type="l" for="ch" forName="ThreeConn_2-3" refType="l" refFor="ch" refForName="ThreeNodes_2"/>
          <dgm:constr type="l" for="ch" forName="ThreeNodes_1_text" refType="r" refFor="ch" refForName="ThreeConn_1-2"/>
          <dgm:constr type="lOff" for="ch" forName="ThreeNodes_1_text" refType="w" refFor="ch" refForName="ThreeConn_1-2" fact="0.55"/>
          <dgm:constr type="t" for="ch" forName="ThreeNodes_1_text" refType="t" refFor="ch" refForName="ThreeNodes_1"/>
          <dgm:constr type="b" for="ch" forName="ThreeNodes_1_text" refType="b" refFor="ch" refForName="ThreeNodes_1"/>
          <dgm:constr type="r" for="ch" forName="ThreeNodes_1_text" refType="r" refFor="ch" refForName="ThreeNodes_1"/>
          <dgm:constr type="l" for="ch" forName="ThreeNodes_2_text" refType="r" refFor="ch" refForName="ThreeConn_1-2"/>
          <dgm:constr type="t" for="ch" forName="ThreeNodes_2_text" refType="t" refFor="ch" refForName="ThreeNodes_2"/>
          <dgm:constr type="b" for="ch" forName="ThreeNodes_2_text" refType="b" refFor="ch" refForName="ThreeNodes_2"/>
          <dgm:constr type="r" for="ch" forName="ThreeNodes_2_text" refType="r" refFor="ch" refForName="ThreeNodes_2"/>
          <dgm:constr type="l" for="ch" forName="ThreeNodes_3_text" refType="r" refFor="ch" refForName="ThreeConn_2-3"/>
          <dgm:constr type="t" for="ch" forName="ThreeNodes_3_text" refType="t" refFor="ch" refForName="ThreeNodes_3"/>
          <dgm:constr type="b" for="ch" forName="ThreeNodes_3_text" refType="b" refFor="ch" refForName="ThreeNodes_3"/>
          <dgm:constr type="r" for="ch" forName="ThreeNodes_3_text" refType="r" refFor="ch" refForName="ThreeNodes_3"/>
          <dgm:constr type="w" for="ch" forName="FourNodes_1" refType="w" fact="0.8"/>
          <dgm:constr type="h" for="ch" forName="FourNodes_1" refType="h" fact="0.22"/>
          <dgm:constr type="t" for="ch" forName="FourNodes_1"/>
          <dgm:constr type="r" for="ch" forName="FourNodes_1" refType="w"/>
          <dgm:constr type="w" for="ch" forName="FourNodes_2" refType="w" fact="0.8"/>
          <dgm:constr type="h" for="ch" forName="FourNodes_2" refType="h" fact="0.22"/>
          <dgm:constr type="ctrY" for="ch" forName="FourNodes_2" refType="h" fact="0.37"/>
          <dgm:constr type="ctrX" for="ch" forName="FourNodes_2" refType="w" fact="0.533"/>
          <dgm:constr type="w" for="ch" forName="FourNodes_3" refType="w" fact="0.8"/>
          <dgm:constr type="h" for="ch" forName="FourNodes_3" refType="h" fact="0.22"/>
          <dgm:constr type="ctrY" for="ch" forName="FourNodes_3" refType="h" fact="0.63"/>
          <dgm:constr type="ctrX" for="ch" forName="FourNodes_3" refType="w" fact="0.467"/>
          <dgm:constr type="w" for="ch" forName="FourNodes_4" refType="w" fact="0.8"/>
          <dgm:constr type="h" for="ch" forName="FourNodes_4" refType="h" fact="0.22"/>
          <dgm:constr type="b" for="ch" forName="FourNodes_4" refType="h"/>
          <dgm:constr type="l" for="ch" forName="FourNodes_4"/>
          <dgm:constr type="w" for="ch" forName="FourConn_1-2" refType="h" refFor="ch" refForName="FourNodes_1" fact="0.65"/>
          <dgm:constr type="h" for="ch" forName="FourConn_1-2" refType="h" refFor="ch" refForName="FourNodes_1" fact="0.65"/>
          <dgm:constr type="ctrY" for="ch" forName="FourConn_1-2" refType="h" fact="0.24"/>
          <dgm:constr type="l" for="ch" forName="FourConn_1-2" refType="l" refFor="ch" refForName="FourNodes_1"/>
          <dgm:constr type="w" for="ch" forName="FourConn_2-3" refType="h" refFor="ch" refForName="FourNodes_2" fact="0.65"/>
          <dgm:constr type="h" for="ch" forName="FourConn_2-3" refType="h" refFor="ch" refForName="FourNodes_2" fact="0.65"/>
          <dgm:constr type="ctrY" for="ch" forName="FourConn_2-3" refType="h" fact="0.5"/>
          <dgm:constr type="l" for="ch" forName="FourConn_2-3" refType="l" refFor="ch" refForName="FourNodes_2"/>
          <dgm:constr type="w" for="ch" forName="FourConn_3-4" refType="h" refFor="ch" refForName="FourNodes_3" fact="0.65"/>
          <dgm:constr type="h" for="ch" forName="FourConn_3-4" refType="h" refFor="ch" refForName="FourNodes_3" fact="0.65"/>
          <dgm:constr type="ctrY" for="ch" forName="FourConn_3-4" refType="h" fact="0.76"/>
          <dgm:constr type="l" for="ch" forName="FourConn_3-4" refType="l" refFor="ch" refForName="FourNodes_3"/>
          <dgm:constr type="l" for="ch" forName="FourNodes_1_text" refType="r" refFor="ch" refForName="FourConn_1-2"/>
          <dgm:constr type="lOff" for="ch" forName="FourNodes_1_text" refType="w" refFor="ch" refForName="FourConn_1-2" fact="0.69"/>
          <dgm:constr type="t" for="ch" forName="FourNodes_1_text" refType="t" refFor="ch" refForName="FourNodes_1"/>
          <dgm:constr type="b" for="ch" forName="FourNodes_1_text" refType="b" refFor="ch" refForName="FourNodes_1"/>
          <dgm:constr type="r" for="ch" forName="FourNodes_1_text" refType="r" refFor="ch" refForName="FourNodes_1"/>
          <dgm:constr type="l" for="ch" forName="FourNodes_2_text" refType="r" refFor="ch" refForName="FourConn_1-2"/>
          <dgm:constr type="t" for="ch" forName="FourNodes_2_text" refType="t" refFor="ch" refForName="FourNodes_2"/>
          <dgm:constr type="b" for="ch" forName="FourNodes_2_text" refType="b" refFor="ch" refForName="FourNodes_2"/>
          <dgm:constr type="r" for="ch" forName="FourNodes_2_text" refType="r" refFor="ch" refForName="FourNodes_2"/>
          <dgm:constr type="l" for="ch" forName="FourNodes_3_text" refType="r" refFor="ch" refForName="FourConn_2-3"/>
          <dgm:constr type="t" for="ch" forName="FourNodes_3_text" refType="t" refFor="ch" refForName="FourNodes_3"/>
          <dgm:constr type="b" for="ch" forName="FourNodes_3_text" refType="b" refFor="ch" refForName="FourNodes_3"/>
          <dgm:constr type="r" for="ch" forName="FourNodes_3_text" refType="r" refFor="ch" refForName="FourNodes_3"/>
          <dgm:constr type="l" for="ch" forName="FourNodes_4_text" refType="r" refFor="ch" refForName="FourConn_3-4"/>
          <dgm:constr type="t" for="ch" forName="FourNodes_4_text" refType="t" refFor="ch" refForName="FourNodes_4"/>
          <dgm:constr type="b" for="ch" forName="FourNodes_4_text" refType="b" refFor="ch" refForName="FourNodes_4"/>
          <dgm:constr type="r" for="ch" forName="FourNodes_4_text" refType="r" refFor="ch" refForName="FourNodes_4"/>
          <dgm:constr type="w" for="ch" forName="FiveNodes_1" refType="w" fact="0.77"/>
          <dgm:constr type="h" for="ch" forName="FiveNodes_1" refType="h" fact="0.18"/>
          <dgm:constr type="t" for="ch" forName="FiveNodes_1"/>
          <dgm:constr type="r" for="ch" forName="FiveNodes_1" refType="w"/>
          <dgm:constr type="w" for="ch" forName="FiveNodes_2" refType="w" fact="0.77"/>
          <dgm:constr type="h" for="ch" forName="FiveNodes_2" refType="h" fact="0.18"/>
          <dgm:constr type="ctrY" for="ch" forName="FiveNodes_2" refType="h" fact="0.295"/>
          <dgm:constr type="ctrX" for="ch" forName="FiveNodes_2" refType="w" fact="0.5575"/>
          <dgm:constr type="w" for="ch" forName="FiveNodes_3" refType="w" fact="0.77"/>
          <dgm:constr type="h" for="ch" forName="FiveNodes_3" refType="h" fact="0.18"/>
          <dgm:constr type="ctrY" for="ch" forName="FiveNodes_3" refType="h" fact="0.5"/>
          <dgm:constr type="ctrX" for="ch" forName="FiveNodes_3" refType="w" fact="0.5"/>
          <dgm:constr type="w" for="ch" forName="FiveNodes_4" refType="w" fact="0.77"/>
          <dgm:constr type="h" for="ch" forName="FiveNodes_4" refType="h" fact="0.18"/>
          <dgm:constr type="ctrY" for="ch" forName="FiveNodes_4" refType="h" fact="0.705"/>
          <dgm:constr type="ctrX" for="ch" forName="FiveNodes_4" refType="w" fact="0.4425"/>
          <dgm:constr type="w" for="ch" forName="FiveNodes_5" refType="w" fact="0.77"/>
          <dgm:constr type="h" for="ch" forName="FiveNodes_5" refType="h" fact="0.18"/>
          <dgm:constr type="b" for="ch" forName="FiveNodes_5" refType="h"/>
          <dgm:constr type="l" for="ch" forName="FiveNodes_5"/>
          <dgm:constr type="w" for="ch" forName="FiveConn_1-2" refType="h" refFor="ch" refForName="FiveNodes_1" fact="0.65"/>
          <dgm:constr type="h" for="ch" forName="FiveConn_1-2" refType="h" refFor="ch" refForName="FiveNodes_1" fact="0.65"/>
          <dgm:constr type="ctrY" for="ch" forName="FiveConn_1-2" refType="h" fact="0.19"/>
          <dgm:constr type="l" for="ch" forName="FiveConn_1-2" refType="l" refFor="ch" refForName="FiveNodes_1"/>
          <dgm:constr type="w" for="ch" forName="FiveConn_2-3" refType="h" refFor="ch" refForName="FiveNodes_2" fact="0.65"/>
          <dgm:constr type="h" for="ch" forName="FiveConn_2-3" refType="h" refFor="ch" refForName="FiveNodes_2" fact="0.65"/>
          <dgm:constr type="ctrY" for="ch" forName="FiveConn_2-3" refType="h" fact="0.395"/>
          <dgm:constr type="l" for="ch" forName="FiveConn_2-3" refType="l" refFor="ch" refForName="FiveNodes_2"/>
          <dgm:constr type="w" for="ch" forName="FiveConn_3-4" refType="h" refFor="ch" refForName="FiveNodes_3" fact="0.65"/>
          <dgm:constr type="h" for="ch" forName="FiveConn_3-4" refType="h" refFor="ch" refForName="FiveNodes_3" fact="0.65"/>
          <dgm:constr type="ctrY" for="ch" forName="FiveConn_3-4" refType="h" fact="0.597"/>
          <dgm:constr type="l" for="ch" forName="FiveConn_3-4" refType="l" refFor="ch" refForName="FiveNodes_3"/>
          <dgm:constr type="w" for="ch" forName="FiveConn_4-5" refType="h" refFor="ch" refForName="FiveNodes_4" fact="0.65"/>
          <dgm:constr type="h" for="ch" forName="FiveConn_4-5" refType="h" refFor="ch" refForName="FiveNodes_4" fact="0.65"/>
          <dgm:constr type="ctrY" for="ch" forName="FiveConn_4-5" refType="h" fact="0.804"/>
          <dgm:constr type="l" for="ch" forName="FiveConn_4-5" refType="l" refFor="ch" refForName="FiveNodes_4"/>
          <dgm:constr type="l" for="ch" forName="FiveNodes_1_text" refType="r" refFor="ch" refForName="FiveConn_1-2"/>
          <dgm:constr type="lOff" for="ch" forName="FiveNodes_1_text" refType="w" refFor="ch" refForName="FiveConn_1-2" fact="0.73"/>
          <dgm:constr type="t" for="ch" forName="FiveNodes_1_text" refType="t" refFor="ch" refForName="FiveNodes_1"/>
          <dgm:constr type="b" for="ch" forName="FiveNodes_1_text" refType="b" refFor="ch" refForName="FiveNodes_1"/>
          <dgm:constr type="r" for="ch" forName="FiveNodes_1_text" refType="r" refFor="ch" refForName="FiveNodes_1"/>
          <dgm:constr type="l" for="ch" forName="FiveNodes_2_text" refType="r" refFor="ch" refForName="FiveConn_1-2"/>
          <dgm:constr type="t" for="ch" forName="FiveNodes_2_text" refType="t" refFor="ch" refForName="FiveNodes_2"/>
          <dgm:constr type="b" for="ch" forName="FiveNodes_2_text" refType="b" refFor="ch" refForName="FiveNodes_2"/>
          <dgm:constr type="r" for="ch" forName="FiveNodes_2_text" refType="r" refFor="ch" refForName="FiveNodes_2"/>
          <dgm:constr type="l" for="ch" forName="FiveNodes_3_text" refType="r" refFor="ch" refForName="FiveConn_2-3"/>
          <dgm:constr type="t" for="ch" forName="FiveNodes_3_text" refType="t" refFor="ch" refForName="FiveNodes_3"/>
          <dgm:constr type="b" for="ch" forName="FiveNodes_3_text" refType="b" refFor="ch" refForName="FiveNodes_3"/>
          <dgm:constr type="r" for="ch" forName="FiveNodes_3_text" refType="r" refFor="ch" refForName="FiveNodes_3"/>
          <dgm:constr type="l" for="ch" forName="FiveNodes_4_text" refType="r" refFor="ch" refForName="FiveConn_3-4"/>
          <dgm:constr type="t" for="ch" forName="FiveNodes_4_text" refType="t" refFor="ch" refForName="FiveNodes_4"/>
          <dgm:constr type="b" for="ch" forName="FiveNodes_4_text" refType="b" refFor="ch" refForName="FiveNodes_4"/>
          <dgm:constr type="r" for="ch" forName="FiveNodes_4_text" refType="r" refFor="ch" refForName="FiveNodes_4"/>
          <dgm:constr type="l" for="ch" forName="FiveNodes_5_text" refType="r" refFor="ch" refForName="FiveConn_4-5"/>
          <dgm:constr type="t" for="ch" forName="FiveNodes_5_text" refType="t" refFor="ch" refForName="FiveNodes_5"/>
          <dgm:constr type="b" for="ch" forName="FiveNodes_5_text" refType="b" refFor="ch" refForName="FiveNodes_5"/>
          <dgm:constr type="r" for="ch" forName="FiveNodes_5_text" refType="r" refFor="ch" refForName="FiveNodes_5"/>
        </dgm:constrLst>
      </dgm:else>
    </dgm:choose>
    <dgm:ruleLst/>
    <dgm:layoutNode name="dummyMaxCanvas">
      <dgm:varLst/>
      <dgm:alg type="sp"/>
      <dgm:shape xmlns:r="http://schemas.openxmlformats.org/officeDocument/2006/relationships" r:blip="">
        <dgm:adjLst/>
      </dgm:shape>
      <dgm:presOf/>
      <dgm:constrLst/>
      <dgm:ruleLst/>
    </dgm:layoutNode>
    <dgm:choose name="Name3">
      <dgm:if name="Name4" axis="ch" ptType="node" func="cnt" op="equ" val="1">
        <dgm:layoutNode name="OneNode_1">
          <dgm:varLst>
            <dgm:bulletEnabled val="1"/>
          </dgm:varLst>
          <dgm:alg type="tx"/>
          <dgm:shape xmlns:r="http://schemas.openxmlformats.org/officeDocument/2006/relationships" type="roundRect" r:blip="">
            <dgm:adjLst>
              <dgm:adj idx="1" val="0.1"/>
            </dgm:adjLst>
          </dgm:shape>
          <dgm:presOf axis="ch desOrSelf" ptType="node node" st="1 1" cnt="1 0"/>
          <dgm:constrLst>
            <dgm:constr type="lMarg" refType="primFontSz" fact="0.3"/>
            <dgm:constr type="rMarg" refType="primFontSz" fact="0.3"/>
            <dgm:constr type="tMarg" refType="primFontSz" fact="0.3"/>
            <dgm:constr type="bMarg" refType="primFontSz" fact="0.3"/>
          </dgm:constrLst>
          <dgm:ruleLst>
            <dgm:rule type="primFontSz" val="5" fact="NaN" max="NaN"/>
          </dgm:ruleLst>
        </dgm:layoutNode>
      </dgm:if>
      <dgm:else name="Name5">
        <dgm:choose name="Name6">
          <dgm:if name="Name7" axis="ch" ptType="node" func="cnt" op="equ" val="2">
            <dgm:layoutNode name="TwoNodes_1">
              <dgm:varLst>
                <dgm:bulletEnabled val="1"/>
              </dgm:varLst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ch desOrSelf" ptType="node node" st="1 1" cnt="1 0"/>
              <dgm:constrLst/>
              <dgm:ruleLst/>
            </dgm:layoutNode>
            <dgm:layoutNode name="TwoNodes_2">
              <dgm:varLst>
                <dgm:bulletEnabled val="1"/>
              </dgm:varLst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ch desOrSelf" ptType="node node" st="2 1" cnt="1 0"/>
              <dgm:constrLst/>
              <dgm:ruleLst/>
            </dgm:layoutNode>
            <dgm:layoutNode name="TwoConn_1-2" styleLbl="fgAccFollowNode1">
              <dgm:varLst>
                <dgm:bulletEnabled val="1"/>
              </dgm:varLst>
              <dgm:alg type="tx"/>
              <dgm:shape xmlns:r="http://schemas.openxmlformats.org/officeDocument/2006/relationships" type="downArrow" r:blip="">
                <dgm:adjLst>
                  <dgm:adj idx="1" val="0.55"/>
                  <dgm:adj idx="2" val="0.45"/>
                </dgm:adjLst>
              </dgm:shape>
              <dgm:presOf axis="ch" ptType="sibTrans" cnt="1"/>
              <dgm:constrLst>
                <dgm:constr type="lMarg" refType="primFontSz" fact="0.1"/>
                <dgm:constr type="rMarg" refType="primFontSz" fact="0.1"/>
                <dgm:constr type="tMarg" refType="primFontSz" fact="0.1"/>
                <dgm:constr type="bMarg" refType="primFontSz" fact="0.1"/>
              </dgm:constrLst>
              <dgm:ruleLst>
                <dgm:rule type="primFontSz" val="5" fact="NaN" max="NaN"/>
              </dgm:ruleLst>
            </dgm:layoutNode>
            <dgm:layoutNode name="TwoNodes_1_text">
              <dgm:varLst>
                <dgm:bulletEnabled val="1"/>
              </dgm:varLst>
              <dgm:alg type="tx">
                <dgm:param type="parTxLTRAlign" val="l"/>
                <dgm:param type="txAnchorVertCh" val="mid"/>
              </dgm:alg>
              <dgm:shape xmlns:r="http://schemas.openxmlformats.org/officeDocument/2006/relationships" type="roundRect" r:blip="" hideGeom="1">
                <dgm:adjLst>
                  <dgm:adj idx="1" val="0.1"/>
                </dgm:adjLst>
              </dgm:shape>
              <dgm:presOf axis="ch desOrSelf" ptType="node node" st="1 1" cnt="1 0"/>
              <dgm:constrLst>
                <dgm:constr type="lMarg" refType="primFontSz" fact="0.3"/>
                <dgm:constr type="rMarg" refType="primFontSz" fact="0.3"/>
                <dgm:constr type="tMarg" refType="primFontSz" fact="0.3"/>
                <dgm:constr type="bMarg" refType="primFontSz" fact="0.3"/>
              </dgm:constrLst>
              <dgm:ruleLst>
                <dgm:rule type="primFontSz" val="5" fact="NaN" max="NaN"/>
              </dgm:ruleLst>
            </dgm:layoutNode>
            <dgm:layoutNode name="TwoNodes_2_text">
              <dgm:varLst>
                <dgm:bulletEnabled val="1"/>
              </dgm:varLst>
              <dgm:alg type="tx">
                <dgm:param type="parTxLTRAlign" val="l"/>
                <dgm:param type="txAnchorVertCh" val="mid"/>
              </dgm:alg>
              <dgm:shape xmlns:r="http://schemas.openxmlformats.org/officeDocument/2006/relationships" type="roundRect" r:blip="" hideGeom="1">
                <dgm:adjLst>
                  <dgm:adj idx="1" val="0.1"/>
                </dgm:adjLst>
              </dgm:shape>
              <dgm:presOf axis="ch desOrSelf" ptType="node node" st="2 1" cnt="1 0"/>
              <dgm:constrLst>
                <dgm:constr type="lMarg" refType="primFontSz" fact="0.3"/>
                <dgm:constr type="rMarg" refType="primFontSz" fact="0.3"/>
                <dgm:constr type="tMarg" refType="primFontSz" fact="0.3"/>
                <dgm:constr type="bMarg" refType="primFontSz" fact="0.3"/>
              </dgm:constrLst>
              <dgm:ruleLst>
                <dgm:rule type="primFontSz" val="5" fact="NaN" max="NaN"/>
              </dgm:ruleLst>
            </dgm:layoutNode>
          </dgm:if>
          <dgm:else name="Name8">
            <dgm:choose name="Name9">
              <dgm:if name="Name10" axis="ch" ptType="node" func="cnt" op="equ" val="3">
                <dgm:layoutNode name="ThreeNodes_1">
                  <dgm:varLst>
                    <dgm:bulletEnabled val="1"/>
                  </dgm:varLst>
                  <dgm:alg type="sp"/>
                  <dgm:shape xmlns:r="http://schemas.openxmlformats.org/officeDocument/2006/relationships" type="roundRect" r:blip="">
                    <dgm:adjLst>
                      <dgm:adj idx="1" val="0.1"/>
                    </dgm:adjLst>
                  </dgm:shape>
                  <dgm:presOf axis="ch desOrSelf" ptType="node node" st="1 1" cnt="1 0"/>
                  <dgm:constrLst/>
                  <dgm:ruleLst/>
                </dgm:layoutNode>
                <dgm:layoutNode name="ThreeNodes_2">
                  <dgm:varLst>
                    <dgm:bulletEnabled val="1"/>
                  </dgm:varLst>
                  <dgm:alg type="sp"/>
                  <dgm:shape xmlns:r="http://schemas.openxmlformats.org/officeDocument/2006/relationships" type="roundRect" r:blip="">
                    <dgm:adjLst>
                      <dgm:adj idx="1" val="0.1"/>
                    </dgm:adjLst>
                  </dgm:shape>
                  <dgm:presOf axis="ch desOrSelf" ptType="node node" st="2 1" cnt="1 0"/>
                  <dgm:constrLst/>
                  <dgm:ruleLst/>
                </dgm:layoutNode>
                <dgm:layoutNode name="ThreeNodes_3">
                  <dgm:varLst>
                    <dgm:bulletEnabled val="1"/>
                  </dgm:varLst>
                  <dgm:alg type="sp"/>
                  <dgm:shape xmlns:r="http://schemas.openxmlformats.org/officeDocument/2006/relationships" type="roundRect" r:blip="">
                    <dgm:adjLst>
                      <dgm:adj idx="1" val="0.1"/>
                    </dgm:adjLst>
                  </dgm:shape>
                  <dgm:presOf axis="ch desOrSelf" ptType="node node" st="3 1" cnt="1 0"/>
                  <dgm:constrLst/>
                  <dgm:ruleLst/>
                </dgm:layoutNode>
                <dgm:layoutNode name="ThreeConn_1-2" styleLbl="fgAccFollowNode1">
                  <dgm:varLst>
                    <dgm:bulletEnabled val="1"/>
                  </dgm:varLst>
                  <dgm:alg type="tx"/>
                  <dgm:shape xmlns:r="http://schemas.openxmlformats.org/officeDocument/2006/relationships" type="downArrow" r:blip="">
                    <dgm:adjLst>
                      <dgm:adj idx="1" val="0.55"/>
                      <dgm:adj idx="2" val="0.45"/>
                    </dgm:adjLst>
                  </dgm:shape>
                  <dgm:presOf axis="ch" ptType="sibTrans" cnt="1"/>
                  <dgm:constrLst>
                    <dgm:constr type="lMarg" refType="primFontSz" fact="0.1"/>
                    <dgm:constr type="rMarg" refType="primFontSz" fact="0.1"/>
                    <dgm:constr type="tMarg" refType="primFontSz" fact="0.1"/>
                    <dgm:constr type="bMarg" refType="primFontSz" fact="0.1"/>
                  </dgm:constrLst>
                  <dgm:ruleLst>
                    <dgm:rule type="primFontSz" val="5" fact="NaN" max="NaN"/>
                  </dgm:ruleLst>
                </dgm:layoutNode>
                <dgm:layoutNode name="ThreeConn_2-3" styleLbl="fgAccFollowNode1">
                  <dgm:varLst>
                    <dgm:bulletEnabled val="1"/>
                  </dgm:varLst>
                  <dgm:alg type="tx"/>
                  <dgm:shape xmlns:r="http://schemas.openxmlformats.org/officeDocument/2006/relationships" type="downArrow" r:blip="">
                    <dgm:adjLst>
                      <dgm:adj idx="1" val="0.55"/>
                      <dgm:adj idx="2" val="0.45"/>
                    </dgm:adjLst>
                  </dgm:shape>
                  <dgm:presOf axis="ch" ptType="sibTrans" st="2" cnt="1"/>
                  <dgm:constrLst>
                    <dgm:constr type="lMarg" refType="primFontSz" fact="0.1"/>
                    <dgm:constr type="rMarg" refType="primFontSz" fact="0.1"/>
                    <dgm:constr type="tMarg" refType="primFontSz" fact="0.1"/>
                    <dgm:constr type="bMarg" refType="primFontSz" fact="0.1"/>
                  </dgm:constrLst>
                  <dgm:ruleLst>
                    <dgm:rule type="primFontSz" val="5" fact="NaN" max="NaN"/>
                  </dgm:ruleLst>
                </dgm:layoutNode>
                <dgm:layoutNode name="ThreeNodes_1_text">
                  <dgm:varLst>
                    <dgm:bulletEnabled val="1"/>
                  </dgm:varLst>
                  <dgm:alg type="tx">
                    <dgm:param type="parTxLTRAlign" val="l"/>
                    <dgm:param type="txAnchorVertCh" val="mid"/>
                  </dgm:alg>
                  <dgm:shape xmlns:r="http://schemas.openxmlformats.org/officeDocument/2006/relationships" type="roundRect" r:blip="" hideGeom="1">
                    <dgm:adjLst>
                      <dgm:adj idx="1" val="0.1"/>
                    </dgm:adjLst>
                  </dgm:shape>
                  <dgm:presOf axis="ch desOrSelf" ptType="node node" st="1 1" cnt="1 0"/>
                  <dgm:constrLst>
                    <dgm:constr type="lMarg" refType="primFontSz" fact="0.3"/>
                    <dgm:constr type="rMarg" refType="primFontSz" fact="0.3"/>
                    <dgm:constr type="tMarg" refType="primFontSz" fact="0.3"/>
                    <dgm:constr type="bMarg" refType="primFontSz" fact="0.3"/>
                  </dgm:constrLst>
                  <dgm:ruleLst>
                    <dgm:rule type="primFontSz" val="5" fact="NaN" max="NaN"/>
                  </dgm:ruleLst>
                </dgm:layoutNode>
                <dgm:layoutNode name="ThreeNodes_2_text">
                  <dgm:varLst>
                    <dgm:bulletEnabled val="1"/>
                  </dgm:varLst>
                  <dgm:alg type="tx">
                    <dgm:param type="parTxLTRAlign" val="l"/>
                    <dgm:param type="txAnchorVertCh" val="mid"/>
                  </dgm:alg>
                  <dgm:shape xmlns:r="http://schemas.openxmlformats.org/officeDocument/2006/relationships" type="roundRect" r:blip="" hideGeom="1">
                    <dgm:adjLst>
                      <dgm:adj idx="1" val="0.1"/>
                    </dgm:adjLst>
                  </dgm:shape>
                  <dgm:presOf axis="ch desOrSelf" ptType="node node" st="2 1" cnt="1 0"/>
                  <dgm:constrLst>
                    <dgm:constr type="lMarg" refType="primFontSz" fact="0.3"/>
                    <dgm:constr type="rMarg" refType="primFontSz" fact="0.3"/>
                    <dgm:constr type="tMarg" refType="primFontSz" fact="0.3"/>
                    <dgm:constr type="bMarg" refType="primFontSz" fact="0.3"/>
                  </dgm:constrLst>
                  <dgm:ruleLst>
                    <dgm:rule type="primFontSz" val="5" fact="NaN" max="NaN"/>
                  </dgm:ruleLst>
                </dgm:layoutNode>
                <dgm:layoutNode name="ThreeNodes_3_text">
                  <dgm:varLst>
                    <dgm:bulletEnabled val="1"/>
                  </dgm:varLst>
                  <dgm:alg type="tx">
                    <dgm:param type="parTxLTRAlign" val="l"/>
                    <dgm:param type="txAnchorVertCh" val="mid"/>
                  </dgm:alg>
                  <dgm:shape xmlns:r="http://schemas.openxmlformats.org/officeDocument/2006/relationships" type="roundRect" r:blip="" hideGeom="1">
                    <dgm:adjLst>
                      <dgm:adj idx="1" val="0.1"/>
                    </dgm:adjLst>
                  </dgm:shape>
                  <dgm:presOf axis="ch desOrSelf" ptType="node node" st="3 1" cnt="1 0"/>
                  <dgm:constrLst>
                    <dgm:constr type="lMarg" refType="primFontSz" fact="0.3"/>
                    <dgm:constr type="rMarg" refType="primFontSz" fact="0.3"/>
                    <dgm:constr type="tMarg" refType="primFontSz" fact="0.3"/>
                    <dgm:constr type="bMarg" refType="primFontSz" fact="0.3"/>
                  </dgm:constrLst>
                  <dgm:ruleLst>
                    <dgm:rule type="primFontSz" val="5" fact="NaN" max="NaN"/>
                  </dgm:ruleLst>
                </dgm:layoutNode>
              </dgm:if>
              <dgm:else name="Name11">
                <dgm:choose name="Name12">
                  <dgm:if name="Name13" axis="ch" ptType="node" func="cnt" op="equ" val="4">
                    <dgm:layoutNode name="FourNodes_1">
                      <dgm:varLst>
                        <dgm:bulletEnabled val="1"/>
                      </dgm:varLst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ch desOrSelf" ptType="node node" st="1 1" cnt="1 0"/>
                      <dgm:constrLst/>
                      <dgm:ruleLst/>
                    </dgm:layoutNode>
                    <dgm:layoutNode name="FourNodes_2">
                      <dgm:varLst>
                        <dgm:bulletEnabled val="1"/>
                      </dgm:varLst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ch desOrSelf" ptType="node node" st="2 1" cnt="1 0"/>
                      <dgm:constrLst/>
                      <dgm:ruleLst/>
                    </dgm:layoutNode>
                    <dgm:layoutNode name="FourNodes_3">
                      <dgm:varLst>
                        <dgm:bulletEnabled val="1"/>
                      </dgm:varLst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ch desOrSelf" ptType="node node" st="3 1" cnt="1 0"/>
                      <dgm:constrLst/>
                      <dgm:ruleLst/>
                    </dgm:layoutNode>
                    <dgm:layoutNode name="FourNodes_4">
                      <dgm:varLst>
                        <dgm:bulletEnabled val="1"/>
                      </dgm:varLst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ch desOrSelf" ptType="node node" st="4 1" cnt="1 0"/>
                      <dgm:constrLst/>
                      <dgm:ruleLst/>
                    </dgm:layoutNode>
                    <dgm:layoutNode name="FourConn_1-2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downArrow" r:blip="">
                        <dgm:adjLst>
                          <dgm:adj idx="1" val="0.55"/>
                          <dgm:adj idx="2" val="0.45"/>
                        </dgm:adjLst>
                      </dgm:shape>
                      <dgm:presOf axis="ch" ptType="sibTrans" cnt="1"/>
                      <dgm:constrLst>
                        <dgm:constr type="lMarg" refType="primFontSz" fact="0.1"/>
                        <dgm:constr type="rMarg" refType="primFontSz" fact="0.1"/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Conn_2-3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downArrow" r:blip="">
                        <dgm:adjLst>
                          <dgm:adj idx="1" val="0.55"/>
                          <dgm:adj idx="2" val="0.45"/>
                        </dgm:adjLst>
                      </dgm:shape>
                      <dgm:presOf axis="ch" ptType="sibTrans" st="2" cnt="1"/>
                      <dgm:constrLst>
                        <dgm:constr type="lMarg" refType="primFontSz" fact="0.1"/>
                        <dgm:constr type="rMarg" refType="primFontSz" fact="0.1"/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Conn_3-4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downArrow" r:blip="">
                        <dgm:adjLst>
                          <dgm:adj idx="1" val="0.55"/>
                          <dgm:adj idx="2" val="0.45"/>
                        </dgm:adjLst>
                      </dgm:shape>
                      <dgm:presOf axis="ch" ptType="sibTrans" st="3" cnt="1"/>
                      <dgm:constrLst>
                        <dgm:constr type="lMarg" refType="primFontSz" fact="0.1"/>
                        <dgm:constr type="rMarg" refType="primFontSz" fact="0.1"/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Nodes_1_text">
                      <dgm:varLst>
                        <dgm:bulletEnabled val="1"/>
                      </dgm:varLst>
                      <dgm:alg type="tx">
                        <dgm:param type="parTxLTRAlign" val="l"/>
                        <dgm:param type="txAnchorVertCh" val="mid"/>
                      </dgm:alg>
                      <dgm:shape xmlns:r="http://schemas.openxmlformats.org/officeDocument/2006/relationships" type="roundRect" r:blip="" hideGeom="1">
                        <dgm:adjLst>
                          <dgm:adj idx="1" val="0.1"/>
                        </dgm:adjLst>
                      </dgm:shape>
                      <dgm:presOf axis="ch desOrSelf" ptType="node node" st="1 1" cnt="1 0"/>
                      <dgm:constrLst>
                        <dgm:constr type="lMarg" refType="primFontSz" fact="0.3"/>
                        <dgm:constr type="rMarg" refType="primFontSz" fact="0.3"/>
                        <dgm:constr type="tMarg" refType="primFontSz" fact="0.3"/>
                        <dgm:constr type="b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Nodes_2_text">
                      <dgm:varLst>
                        <dgm:bulletEnabled val="1"/>
                      </dgm:varLst>
                      <dgm:alg type="tx">
                        <dgm:param type="parTxLTRAlign" val="l"/>
                        <dgm:param type="txAnchorVertCh" val="mid"/>
                      </dgm:alg>
                      <dgm:shape xmlns:r="http://schemas.openxmlformats.org/officeDocument/2006/relationships" type="roundRect" r:blip="" hideGeom="1">
                        <dgm:adjLst>
                          <dgm:adj idx="1" val="0.1"/>
                        </dgm:adjLst>
                      </dgm:shape>
                      <dgm:presOf axis="ch desOrSelf" ptType="node node" st="2 1" cnt="1 0"/>
                      <dgm:constrLst>
                        <dgm:constr type="lMarg" refType="primFontSz" fact="0.3"/>
                        <dgm:constr type="rMarg" refType="primFontSz" fact="0.3"/>
                        <dgm:constr type="tMarg" refType="primFontSz" fact="0.3"/>
                        <dgm:constr type="b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Nodes_3_text">
                      <dgm:varLst>
                        <dgm:bulletEnabled val="1"/>
                      </dgm:varLst>
                      <dgm:alg type="tx">
                        <dgm:param type="parTxLTRAlign" val="l"/>
                        <dgm:param type="txAnchorVertCh" val="mid"/>
                      </dgm:alg>
                      <dgm:shape xmlns:r="http://schemas.openxmlformats.org/officeDocument/2006/relationships" type="roundRect" r:blip="" hideGeom="1">
                        <dgm:adjLst>
                          <dgm:adj idx="1" val="0.1"/>
                        </dgm:adjLst>
                      </dgm:shape>
                      <dgm:presOf axis="ch desOrSelf" ptType="node node" st="3 1" cnt="1 0"/>
                      <dgm:constrLst>
                        <dgm:constr type="lMarg" refType="primFontSz" fact="0.3"/>
                        <dgm:constr type="rMarg" refType="primFontSz" fact="0.3"/>
                        <dgm:constr type="tMarg" refType="primFontSz" fact="0.3"/>
                        <dgm:constr type="b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Nodes_4_text">
                      <dgm:varLst>
                        <dgm:bulletEnabled val="1"/>
                      </dgm:varLst>
                      <dgm:alg type="tx">
                        <dgm:param type="parTxLTRAlign" val="l"/>
                        <dgm:param type="txAnchorVertCh" val="mid"/>
                      </dgm:alg>
                      <dgm:shape xmlns:r="http://schemas.openxmlformats.org/officeDocument/2006/relationships" type="roundRect" r:blip="" hideGeom="1">
                        <dgm:adjLst>
                          <dgm:adj idx="1" val="0.1"/>
                        </dgm:adjLst>
                      </dgm:shape>
                      <dgm:presOf axis="ch desOrSelf" ptType="node node" st="4 1" cnt="1 0"/>
                      <dgm:constrLst>
                        <dgm:constr type="lMarg" refType="primFontSz" fact="0.3"/>
                        <dgm:constr type="rMarg" refType="primFontSz" fact="0.3"/>
                        <dgm:constr type="tMarg" refType="primFontSz" fact="0.3"/>
                        <dgm:constr type="b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</dgm:if>
                  <dgm:else name="Name14">
                    <dgm:choose name="Name15">
                      <dgm:if name="Name16" axis="ch" ptType="node" func="cnt" op="gte" val="5">
                        <dgm:layoutNode name="FiveNodes_1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1 1" cnt="1 0"/>
                          <dgm:constrLst/>
                          <dgm:ruleLst/>
                        </dgm:layoutNode>
                        <dgm:layoutNode name="FiveNodes_2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2 1" cnt="1 0"/>
                          <dgm:constrLst/>
                          <dgm:ruleLst/>
                        </dgm:layoutNode>
                        <dgm:layoutNode name="FiveNodes_3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3 1" cnt="1 0"/>
                          <dgm:constrLst/>
                          <dgm:ruleLst/>
                        </dgm:layoutNode>
                        <dgm:layoutNode name="FiveNodes_4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4 1" cnt="1 0"/>
                          <dgm:constrLst/>
                          <dgm:ruleLst/>
                        </dgm:layoutNode>
                        <dgm:layoutNode name="FiveNodes_5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5 1" cnt="1 0"/>
                          <dgm:constrLst/>
                          <dgm:ruleLst/>
                        </dgm:layoutNode>
                        <dgm:layoutNode name="FiveConn_1-2" styleLbl="fgAccFollowNode1">
                          <dgm:varLst>
                            <dgm:bulletEnabled val="1"/>
                          </dgm:varLst>
                          <dgm:alg type="tx"/>
                          <dgm:shape xmlns:r="http://schemas.openxmlformats.org/officeDocument/2006/relationships" type="downArrow" r:blip="">
                            <dgm:adjLst>
                              <dgm:adj idx="1" val="0.55"/>
                              <dgm:adj idx="2" val="0.45"/>
                            </dgm:adjLst>
                          </dgm:shape>
                          <dgm:presOf axis="ch" ptType="sibTrans" cnt="1"/>
                          <dgm:constrLst>
                            <dgm:constr type="lMarg" refType="primFontSz" fact="0.1"/>
                            <dgm:constr type="rMarg" refType="primFontSz" fact="0.1"/>
                            <dgm:constr type="tMarg" refType="primFontSz" fact="0.1"/>
                            <dgm:constr type="bMarg" refType="primFontSz" fact="0.1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Conn_2-3" styleLbl="fgAccFollowNode1">
                          <dgm:varLst>
                            <dgm:bulletEnabled val="1"/>
                          </dgm:varLst>
                          <dgm:alg type="tx"/>
                          <dgm:shape xmlns:r="http://schemas.openxmlformats.org/officeDocument/2006/relationships" type="downArrow" r:blip="">
                            <dgm:adjLst>
                              <dgm:adj idx="1" val="0.55"/>
                              <dgm:adj idx="2" val="0.45"/>
                            </dgm:adjLst>
                          </dgm:shape>
                          <dgm:presOf axis="ch" ptType="sibTrans" st="2" cnt="1"/>
                          <dgm:constrLst>
                            <dgm:constr type="lMarg" refType="primFontSz" fact="0.1"/>
                            <dgm:constr type="rMarg" refType="primFontSz" fact="0.1"/>
                            <dgm:constr type="tMarg" refType="primFontSz" fact="0.1"/>
                            <dgm:constr type="bMarg" refType="primFontSz" fact="0.1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Conn_3-4" styleLbl="fgAccFollowNode1">
                          <dgm:varLst>
                            <dgm:bulletEnabled val="1"/>
                          </dgm:varLst>
                          <dgm:alg type="tx"/>
                          <dgm:shape xmlns:r="http://schemas.openxmlformats.org/officeDocument/2006/relationships" type="downArrow" r:blip="">
                            <dgm:adjLst>
                              <dgm:adj idx="1" val="0.55"/>
                              <dgm:adj idx="2" val="0.45"/>
                            </dgm:adjLst>
                          </dgm:shape>
                          <dgm:presOf axis="ch" ptType="sibTrans" st="3" cnt="1"/>
                          <dgm:constrLst>
                            <dgm:constr type="lMarg" refType="primFontSz" fact="0.1"/>
                            <dgm:constr type="rMarg" refType="primFontSz" fact="0.1"/>
                            <dgm:constr type="tMarg" refType="primFontSz" fact="0.1"/>
                            <dgm:constr type="bMarg" refType="primFontSz" fact="0.1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Conn_4-5" styleLbl="fgAccFollowNode1">
                          <dgm:varLst>
                            <dgm:bulletEnabled val="1"/>
                          </dgm:varLst>
                          <dgm:alg type="tx"/>
                          <dgm:shape xmlns:r="http://schemas.openxmlformats.org/officeDocument/2006/relationships" type="downArrow" r:blip="">
                            <dgm:adjLst>
                              <dgm:adj idx="1" val="0.55"/>
                              <dgm:adj idx="2" val="0.45"/>
                            </dgm:adjLst>
                          </dgm:shape>
                          <dgm:presOf axis="ch" ptType="sibTrans" st="4" cnt="1"/>
                          <dgm:constrLst>
                            <dgm:constr type="lMarg" refType="primFontSz" fact="0.1"/>
                            <dgm:constr type="rMarg" refType="primFontSz" fact="0.1"/>
                            <dgm:constr type="tMarg" refType="primFontSz" fact="0.1"/>
                            <dgm:constr type="bMarg" refType="primFontSz" fact="0.1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1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1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2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2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3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3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4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4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5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5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</dgm:if>
                      <dgm:else name="Name17"/>
                    </dgm:choose>
                  </dgm:else>
                </dgm:choose>
              </dgm:else>
            </dgm:choose>
          </dgm:else>
        </dgm:choose>
      </dgm:else>
    </dgm:choose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95269" y="1122363"/>
            <a:ext cx="9001462" cy="2387600"/>
          </a:xfrm>
        </p:spPr>
        <p:txBody>
          <a:bodyPr anchor="b">
            <a:normAutofit/>
          </a:bodyPr>
          <a:lstStyle>
            <a:lvl1pPr algn="ctr"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95269" y="3602038"/>
            <a:ext cx="9001462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4B53A7-3209-46A6-9454-F38EAC8F11E7}" type="datetimeFigureOut">
              <a:rPr lang="en-US" smtClean="0"/>
              <a:t>7/26/2026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CE633F-9882-4A5C-83A2-1109D0C7326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042401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4B53A7-3209-46A6-9454-F38EAC8F11E7}" type="datetimeFigureOut">
              <a:rPr lang="en-US" smtClean="0"/>
              <a:t>7/26/2026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CE633F-9882-4A5C-83A2-1109D0C7326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6705951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29244" y="657226"/>
            <a:ext cx="9733512" cy="2852737"/>
          </a:xfrm>
        </p:spPr>
        <p:txBody>
          <a:bodyPr anchor="b">
            <a:normAutofit/>
          </a:bodyPr>
          <a:lstStyle>
            <a:lvl1pPr>
              <a:defRPr sz="3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29244" y="3602038"/>
            <a:ext cx="9733512" cy="1500187"/>
          </a:xfrm>
        </p:spPr>
        <p:txBody>
          <a:bodyPr/>
          <a:lstStyle>
            <a:lvl1pPr marL="0" indent="0" algn="ctr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4B53A7-3209-46A6-9454-F38EAC8F11E7}" type="datetimeFigureOut">
              <a:rPr lang="en-US" smtClean="0"/>
              <a:t>7/26/2026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CE633F-9882-4A5C-83A2-1109D0C7326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4307379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1" cy="132632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13795" y="2088319"/>
            <a:ext cx="5106004" cy="370288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3403" y="2088319"/>
            <a:ext cx="5094154" cy="370288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4B53A7-3209-46A6-9454-F38EAC8F11E7}" type="datetimeFigureOut">
              <a:rPr lang="en-US" smtClean="0"/>
              <a:t>7/26/2026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CE633F-9882-4A5C-83A2-1109D0C7326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4036087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1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804" y="2088320"/>
            <a:ext cx="4879199" cy="823912"/>
          </a:xfrm>
        </p:spPr>
        <p:txBody>
          <a:bodyPr anchor="b"/>
          <a:lstStyle>
            <a:lvl1pPr marL="0" indent="0">
              <a:lnSpc>
                <a:spcPct val="100000"/>
              </a:lnSpc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913795" y="2912232"/>
            <a:ext cx="5107208" cy="287896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02003" y="2088320"/>
            <a:ext cx="4865554" cy="823912"/>
          </a:xfrm>
        </p:spPr>
        <p:txBody>
          <a:bodyPr anchor="b"/>
          <a:lstStyle>
            <a:lvl1pPr marL="0" indent="0">
              <a:lnSpc>
                <a:spcPct val="100000"/>
              </a:lnSpc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912232"/>
            <a:ext cx="5095357" cy="287896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4B53A7-3209-46A6-9454-F38EAC8F11E7}" type="datetimeFigureOut">
              <a:rPr lang="en-US" smtClean="0"/>
              <a:t>7/26/2026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CE633F-9882-4A5C-83A2-1109D0C7326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0368918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4B53A7-3209-46A6-9454-F38EAC8F11E7}" type="datetimeFigureOut">
              <a:rPr lang="en-US" smtClean="0"/>
              <a:t>7/26/2026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CE633F-9882-4A5C-83A2-1109D0C7326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8934095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4B53A7-3209-46A6-9454-F38EAC8F11E7}" type="datetimeFigureOut">
              <a:rPr lang="en-US" smtClean="0"/>
              <a:t>7/26/2026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CE633F-9882-4A5C-83A2-1109D0C7326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285314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7228" y="609600"/>
            <a:ext cx="3932237" cy="2362200"/>
          </a:xfrm>
        </p:spPr>
        <p:txBody>
          <a:bodyPr anchor="b">
            <a:normAutofit/>
          </a:bodyPr>
          <a:lstStyle>
            <a:lvl1pPr>
              <a:defRPr sz="2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78064" y="609600"/>
            <a:ext cx="6189492" cy="5181600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7228" y="2971800"/>
            <a:ext cx="3932237" cy="2819399"/>
          </a:xfrm>
        </p:spPr>
        <p:txBody>
          <a:bodyPr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4B53A7-3209-46A6-9454-F38EAC8F11E7}" type="datetimeFigureOut">
              <a:rPr lang="en-US" smtClean="0"/>
              <a:t>7/26/2026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CE633F-9882-4A5C-83A2-1109D0C7326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632000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7227" y="609600"/>
            <a:ext cx="5929773" cy="2362200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424804" y="758881"/>
            <a:ext cx="3255356" cy="4883038"/>
          </a:xfrm>
          <a:noFill/>
          <a:ln w="1905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  <p:txBody>
          <a:bodyPr anchor="t"/>
          <a:lstStyle>
            <a:lvl1pPr marL="0" indent="0" algn="ctr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4" y="2971800"/>
            <a:ext cx="5934950" cy="2819400"/>
          </a:xfrm>
        </p:spPr>
        <p:txBody>
          <a:bodyPr>
            <a:normAutofit/>
          </a:bodyPr>
          <a:lstStyle>
            <a:lvl1pPr marL="0" indent="0" algn="ctr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4B53A7-3209-46A6-9454-F38EAC8F11E7}" type="datetimeFigureOut">
              <a:rPr lang="en-US" smtClean="0"/>
              <a:t>7/26/2026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CE633F-9882-4A5C-83A2-1109D0C7326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14743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806" y="4289372"/>
            <a:ext cx="10367564" cy="819355"/>
          </a:xfrm>
        </p:spPr>
        <p:txBody>
          <a:bodyPr anchor="b">
            <a:normAutofit/>
          </a:bodyPr>
          <a:lstStyle>
            <a:lvl1pPr>
              <a:defRPr sz="2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913806" y="621321"/>
            <a:ext cx="10367564" cy="3379735"/>
          </a:xfrm>
          <a:noFill/>
          <a:ln w="1905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  <p:txBody>
          <a:bodyPr anchor="t"/>
          <a:lstStyle>
            <a:lvl1pPr marL="0" indent="0" algn="ctr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5" y="5108728"/>
            <a:ext cx="10365998" cy="682472"/>
          </a:xfrm>
        </p:spPr>
        <p:txBody>
          <a:bodyPr>
            <a:normAutofit/>
          </a:bodyPr>
          <a:lstStyle>
            <a:lvl1pPr marL="0" indent="0" algn="ctr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4B53A7-3209-46A6-9454-F38EAC8F11E7}" type="datetimeFigureOut">
              <a:rPr lang="en-US" smtClean="0"/>
              <a:pPr/>
              <a:t>7/26/2026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CE633F-9882-4A5C-83A2-1109D0C73261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8586475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2" cy="3424859"/>
          </a:xfrm>
        </p:spPr>
        <p:txBody>
          <a:bodyPr anchor="ctr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5" y="4204820"/>
            <a:ext cx="10353761" cy="1592186"/>
          </a:xfrm>
        </p:spPr>
        <p:txBody>
          <a:bodyPr anchor="ctr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4B53A7-3209-46A6-9454-F38EAC8F11E7}" type="datetimeFigureOut">
              <a:rPr lang="en-US" smtClean="0"/>
              <a:pPr/>
              <a:t>7/26/2026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CE633F-9882-4A5C-83A2-1109D0C73261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2836627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609600"/>
            <a:ext cx="9302752" cy="2992904"/>
          </a:xfrm>
        </p:spPr>
        <p:txBody>
          <a:bodyPr anchor="ctr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610032"/>
            <a:ext cx="8752299" cy="426812"/>
          </a:xfrm>
        </p:spPr>
        <p:txBody>
          <a:bodyPr anchor="t">
            <a:normAutofit/>
          </a:bodyPr>
          <a:lstStyle>
            <a:lvl1pPr marL="0" indent="0" algn="r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4" y="4204821"/>
            <a:ext cx="10353762" cy="1586380"/>
          </a:xfrm>
        </p:spPr>
        <p:txBody>
          <a:bodyPr anchor="ctr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4B53A7-3209-46A6-9454-F38EAC8F11E7}" type="datetimeFigureOut">
              <a:rPr lang="en-US" smtClean="0"/>
              <a:pPr/>
              <a:t>7/26/2026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CE633F-9882-4A5C-83A2-1109D0C73261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1" name="TextBox 10"/>
          <p:cNvSpPr txBox="1"/>
          <p:nvPr/>
        </p:nvSpPr>
        <p:spPr>
          <a:xfrm>
            <a:off x="836612" y="735241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57956" y="2972093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63099073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806" y="2126942"/>
            <a:ext cx="10355327" cy="2511835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4" y="4650556"/>
            <a:ext cx="10353763" cy="1140644"/>
          </a:xfrm>
        </p:spPr>
        <p:txBody>
          <a:bodyPr anchor="t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4B53A7-3209-46A6-9454-F38EAC8F11E7}" type="datetimeFigureOut">
              <a:rPr lang="en-US" smtClean="0"/>
              <a:pPr/>
              <a:t>7/26/2026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CE633F-9882-4A5C-83A2-1109D0C73261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120162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913794" y="609600"/>
            <a:ext cx="10353762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913794" y="2088319"/>
            <a:ext cx="3298956" cy="823305"/>
          </a:xfrm>
        </p:spPr>
        <p:txBody>
          <a:bodyPr anchor="b">
            <a:noAutofit/>
          </a:bodyPr>
          <a:lstStyle>
            <a:lvl1pPr marL="0" indent="0" algn="ctr">
              <a:lnSpc>
                <a:spcPct val="100000"/>
              </a:lnSpc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913794" y="2911624"/>
            <a:ext cx="3298956" cy="2879576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44878" y="2088320"/>
            <a:ext cx="3298558" cy="823304"/>
          </a:xfrm>
        </p:spPr>
        <p:txBody>
          <a:bodyPr anchor="b">
            <a:noAutofit/>
          </a:bodyPr>
          <a:lstStyle>
            <a:lvl1pPr marL="0" indent="0" algn="ctr">
              <a:lnSpc>
                <a:spcPct val="100000"/>
              </a:lnSpc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444878" y="2911624"/>
            <a:ext cx="3299821" cy="2879576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73298" y="2088320"/>
            <a:ext cx="3291211" cy="823304"/>
          </a:xfrm>
        </p:spPr>
        <p:txBody>
          <a:bodyPr anchor="b">
            <a:noAutofit/>
          </a:bodyPr>
          <a:lstStyle>
            <a:lvl1pPr marL="0" indent="0" algn="ctr">
              <a:lnSpc>
                <a:spcPct val="100000"/>
              </a:lnSpc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976346" y="2911624"/>
            <a:ext cx="3291211" cy="2879576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4B53A7-3209-46A6-9454-F38EAC8F11E7}" type="datetimeFigureOut">
              <a:rPr lang="en-US" smtClean="0"/>
              <a:pPr/>
              <a:t>7/26/2026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CE633F-9882-4A5C-83A2-1109D0C73261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618739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2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913795" y="4195899"/>
            <a:ext cx="3298955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100000"/>
              </a:lnSpc>
              <a:buNone/>
              <a:defRPr sz="20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1092020" y="2298987"/>
            <a:ext cx="2940050" cy="1524000"/>
          </a:xfrm>
          <a:prstGeom prst="roundRect">
            <a:avLst>
              <a:gd name="adj" fmla="val 0"/>
            </a:avLst>
          </a:prstGeom>
          <a:noFill/>
          <a:ln w="14605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913795" y="4772161"/>
            <a:ext cx="3298955" cy="1019038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42701" y="4195899"/>
            <a:ext cx="3298983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100000"/>
              </a:lnSpc>
              <a:buNone/>
              <a:defRPr sz="20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568996" y="2298987"/>
            <a:ext cx="2930525" cy="1524000"/>
          </a:xfrm>
          <a:prstGeom prst="roundRect">
            <a:avLst>
              <a:gd name="adj" fmla="val 0"/>
            </a:avLst>
          </a:prstGeom>
          <a:noFill/>
          <a:ln w="14605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441348" y="4772160"/>
            <a:ext cx="3300336" cy="1019038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73423" y="4195899"/>
            <a:ext cx="3289900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100000"/>
              </a:lnSpc>
              <a:buNone/>
              <a:defRPr sz="20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8152803" y="2298987"/>
            <a:ext cx="2932113" cy="1524000"/>
          </a:xfrm>
          <a:prstGeom prst="roundRect">
            <a:avLst>
              <a:gd name="adj" fmla="val 0"/>
            </a:avLst>
          </a:prstGeom>
          <a:noFill/>
          <a:ln w="14605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973298" y="4772161"/>
            <a:ext cx="3294258" cy="1019037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4B53A7-3209-46A6-9454-F38EAC8F11E7}" type="datetimeFigureOut">
              <a:rPr lang="en-US" smtClean="0"/>
              <a:pPr/>
              <a:t>7/26/2026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CE633F-9882-4A5C-83A2-1109D0C73261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42467212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4B53A7-3209-46A6-9454-F38EAC8F11E7}" type="datetimeFigureOut">
              <a:rPr lang="en-US" smtClean="0"/>
              <a:t>7/26/2026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CE633F-9882-4A5C-83A2-1109D0C7326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96845602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609599"/>
            <a:ext cx="2542657" cy="5181601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913794" y="609599"/>
            <a:ext cx="7658705" cy="5181601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4B53A7-3209-46A6-9454-F38EAC8F11E7}" type="datetimeFigureOut">
              <a:rPr lang="en-US" smtClean="0"/>
              <a:t>7/26/2026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CE633F-9882-4A5C-83A2-1109D0C7326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3143472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1" cy="132632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13795" y="2096064"/>
            <a:ext cx="10353762" cy="369513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678736" y="5883275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A4B53A7-3209-46A6-9454-F38EAC8F11E7}" type="datetimeFigureOut">
              <a:rPr lang="en-US" smtClean="0"/>
              <a:pPr/>
              <a:t>7/26/2026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913794" y="5883275"/>
            <a:ext cx="667286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14011" y="5883275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7CE633F-9882-4A5C-83A2-1109D0C73261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3814500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852" r:id="rId1"/>
    <p:sldLayoutId id="2147483853" r:id="rId2"/>
    <p:sldLayoutId id="2147483854" r:id="rId3"/>
    <p:sldLayoutId id="2147483855" r:id="rId4"/>
    <p:sldLayoutId id="2147483856" r:id="rId5"/>
    <p:sldLayoutId id="2147483857" r:id="rId6"/>
    <p:sldLayoutId id="2147483858" r:id="rId7"/>
    <p:sldLayoutId id="2147483859" r:id="rId8"/>
    <p:sldLayoutId id="2147483860" r:id="rId9"/>
    <p:sldLayoutId id="2147483861" r:id="rId10"/>
    <p:sldLayoutId id="2147483862" r:id="rId11"/>
    <p:sldLayoutId id="2147483863" r:id="rId12"/>
    <p:sldLayoutId id="2147483864" r:id="rId13"/>
    <p:sldLayoutId id="2147483865" r:id="rId14"/>
    <p:sldLayoutId id="2147483866" r:id="rId15"/>
    <p:sldLayoutId id="2147483867" r:id="rId16"/>
    <p:sldLayoutId id="2147483868" r:id="rId17"/>
  </p:sldLayoutIdLst>
  <p:txStyles>
    <p:titleStyle>
      <a:lvl1pPr algn="ctr" defTabSz="914400" rtl="0" eaLnBrk="1" latinLnBrk="0" hangingPunct="1">
        <a:lnSpc>
          <a:spcPct val="90000"/>
        </a:lnSpc>
        <a:spcBef>
          <a:spcPct val="0"/>
        </a:spcBef>
        <a:buNone/>
        <a:defRPr sz="3400" b="1" i="0" kern="1200" cap="all">
          <a:solidFill>
            <a:schemeClr val="tx1"/>
          </a:solidFill>
          <a:effectLst>
            <a:outerShdw blurRad="50800" dist="63500" dir="2700000" algn="tl" rotWithShape="0">
              <a:srgbClr val="000000">
                <a:alpha val="48000"/>
              </a:srgbClr>
            </a:outerShdw>
          </a:effectLst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effectLst>
            <a:outerShdw blurRad="50800" dist="38100" dir="2700000" algn="tl" rotWithShape="0">
              <a:srgbClr val="000000">
                <a:alpha val="48000"/>
              </a:srgbClr>
            </a:outerShdw>
          </a:effectLst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effectLst>
            <a:outerShdw blurRad="50800" dist="38100" dir="2700000" algn="tl" rotWithShape="0">
              <a:srgbClr val="000000">
                <a:alpha val="48000"/>
              </a:srgbClr>
            </a:outerShdw>
          </a:effectLst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effectLst>
            <a:outerShdw blurRad="50800" dist="38100" dir="2700000" algn="tl" rotWithShape="0">
              <a:srgbClr val="000000">
                <a:alpha val="48000"/>
              </a:srgbClr>
            </a:outerShdw>
          </a:effectLst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effectLst>
            <a:outerShdw blurRad="50800" dist="38100" dir="2700000" algn="tl" rotWithShape="0">
              <a:srgbClr val="000000">
                <a:alpha val="48000"/>
              </a:srgbClr>
            </a:outerShdw>
          </a:effectLst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effectLst>
            <a:outerShdw blurRad="50800" dist="38100" dir="2700000" algn="tl" rotWithShape="0">
              <a:srgbClr val="000000">
                <a:alpha val="48000"/>
              </a:srgbClr>
            </a:outerShdw>
          </a:effectLst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effectLst>
            <a:outerShdw blurRad="50800" dist="38100" dir="2700000" algn="tl" rotWithShape="0">
              <a:srgbClr val="000000">
                <a:alpha val="48000"/>
              </a:srgbClr>
            </a:outerShdw>
          </a:effectLst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effectLst>
            <a:outerShdw blurRad="50800" dist="38100" dir="2700000" algn="tl" rotWithShape="0">
              <a:srgbClr val="000000">
                <a:alpha val="48000"/>
              </a:srgbClr>
            </a:outerShdw>
          </a:effectLst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effectLst>
            <a:outerShdw blurRad="50800" dist="38100" dir="2700000" algn="tl" rotWithShape="0">
              <a:srgbClr val="000000">
                <a:alpha val="48000"/>
              </a:srgbClr>
            </a:outerShdw>
          </a:effectLst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effectLst>
            <a:outerShdw blurRad="50800" dist="38100" dir="2700000" algn="tl" rotWithShape="0">
              <a:srgbClr val="000000">
                <a:alpha val="48000"/>
              </a:srgbClr>
            </a:outerShdw>
          </a:effectLst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sv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e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jpe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jpe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2.xml"/><Relationship Id="rId7" Type="http://schemas.microsoft.com/office/2007/relationships/diagramDrawing" Target="../diagrams/drawing2.xml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2.xml"/><Relationship Id="rId5" Type="http://schemas.openxmlformats.org/officeDocument/2006/relationships/diagramQuickStyle" Target="../diagrams/quickStyle2.xml"/><Relationship Id="rId4" Type="http://schemas.openxmlformats.org/officeDocument/2006/relationships/diagramLayout" Target="../diagrams/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3.xml"/><Relationship Id="rId7" Type="http://schemas.microsoft.com/office/2007/relationships/diagramDrawing" Target="../diagrams/drawing3.xml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3.xml"/><Relationship Id="rId5" Type="http://schemas.openxmlformats.org/officeDocument/2006/relationships/diagramQuickStyle" Target="../diagrams/quickStyle3.xml"/><Relationship Id="rId4" Type="http://schemas.openxmlformats.org/officeDocument/2006/relationships/diagramLayout" Target="../diagrams/layout3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2">
            <a:duotone>
              <a:schemeClr val="bg2">
                <a:shade val="18000"/>
                <a:satMod val="160000"/>
                <a:lumMod val="28000"/>
              </a:schemeClr>
              <a:schemeClr val="bg2">
                <a:tint val="95000"/>
                <a:satMod val="160000"/>
                <a:lumMod val="116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4D9980C2-A2D0-2B21-C649-9BEA19513357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schemeClr val="bg2">
                <a:shade val="45000"/>
                <a:satMod val="135000"/>
              </a:schemeClr>
              <a:prstClr val="white"/>
            </a:duotone>
          </a:blip>
          <a:srcRect t="19104" b="1133"/>
          <a:stretch>
            <a:fillRect/>
          </a:stretch>
        </p:blipFill>
        <p:spPr>
          <a:xfrm>
            <a:off x="20" y="83311"/>
            <a:ext cx="12191980" cy="6855970"/>
          </a:xfrm>
          <a:prstGeom prst="rect">
            <a:avLst/>
          </a:prstGeom>
        </p:spPr>
      </p:pic>
      <p:sp>
        <p:nvSpPr>
          <p:cNvPr id="39" name="Rectangle 38">
            <a:extLst>
              <a:ext uri="{FF2B5EF4-FFF2-40B4-BE49-F238E27FC236}">
                <a16:creationId xmlns:a16="http://schemas.microsoft.com/office/drawing/2014/main" id="{256A7F27-5B86-4914-90A3-E04479F8E6C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32000">
                <a:schemeClr val="bg2">
                  <a:lumMod val="75000"/>
                  <a:alpha val="4000"/>
                </a:schemeClr>
              </a:gs>
              <a:gs pos="100000">
                <a:schemeClr val="bg2">
                  <a:lumMod val="40000"/>
                  <a:alpha val="66000"/>
                </a:schemeClr>
              </a:gs>
            </a:gsLst>
            <a:path path="circle">
              <a:fillToRect l="50000" t="5000" r="50000" b="95000"/>
            </a:path>
            <a:tileRect/>
          </a:gradFill>
          <a:ln w="9525" cap="flat" cmpd="sng" algn="ctr">
            <a:noFill/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4572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 useBgFill="1">
        <p:nvSpPr>
          <p:cNvPr id="46" name="Rectangle 45">
            <a:extLst>
              <a:ext uri="{FF2B5EF4-FFF2-40B4-BE49-F238E27FC236}">
                <a16:creationId xmlns:a16="http://schemas.microsoft.com/office/drawing/2014/main" id="{832A30EC-2C72-4D1B-9B53-76A0601A1F4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679272" y="1828800"/>
            <a:ext cx="8833456" cy="3200400"/>
          </a:xfrm>
          <a:prstGeom prst="rect">
            <a:avLst/>
          </a:prstGeom>
          <a:ln w="190500" cap="sq">
            <a:solidFill>
              <a:srgbClr val="FFFFFF"/>
            </a:solidFill>
            <a:miter lim="800000"/>
          </a:ln>
          <a:effectLst>
            <a:outerShdw blurRad="54991" dist="17780" dir="5400000" algn="t" rotWithShape="0">
              <a:prstClr val="black">
                <a:alpha val="40000"/>
              </a:prst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</a:sp3d>
        </p:spPr>
        <p:style>
          <a:lnRef idx="2">
            <a:schemeClr val="accent1">
              <a:shade val="50000"/>
            </a:schemeClr>
          </a:lnRef>
          <a:fillRef idx="1003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6FD7A1F-8870-42DC-2545-13ADA76A1A6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941534" y="2084832"/>
            <a:ext cx="8354862" cy="1426464"/>
          </a:xfrm>
        </p:spPr>
        <p:txBody>
          <a:bodyPr>
            <a:normAutofit fontScale="90000"/>
          </a:bodyPr>
          <a:lstStyle/>
          <a:p>
            <a:r>
              <a:rPr lang="en-US" sz="3100" dirty="0" err="1">
                <a:effectLst>
                  <a:outerShdw blurRad="50800" dist="38100" dir="2700000" algn="tl" rotWithShape="0">
                    <a:srgbClr val="000000">
                      <a:alpha val="48000"/>
                    </a:srgbClr>
                  </a:outerShdw>
                </a:effectLst>
                <a:latin typeface="+mn-lt"/>
                <a:ea typeface="+mn-ea"/>
                <a:cs typeface="+mn-cs"/>
              </a:rPr>
              <a:t>CineBot</a:t>
            </a:r>
            <a:r>
              <a:rPr lang="en-US" sz="3100" dirty="0">
                <a:effectLst>
                  <a:outerShdw blurRad="50800" dist="38100" dir="2700000" algn="tl" rotWithShape="0">
                    <a:srgbClr val="000000">
                      <a:alpha val="48000"/>
                    </a:srgbClr>
                  </a:outerShdw>
                </a:effectLst>
                <a:latin typeface="+mn-lt"/>
                <a:ea typeface="+mn-ea"/>
                <a:cs typeface="+mn-cs"/>
              </a:rPr>
              <a:t>: An IMDb-powered RAG Assistant For Movie Information Retrieval</a:t>
            </a:r>
            <a:br>
              <a:rPr lang="en-US" sz="2600" cap="none" dirty="0">
                <a:latin typeface="Arial Black" panose="020B0A04020102020204" pitchFamily="34" charset="0"/>
              </a:rPr>
            </a:br>
            <a:endParaRPr lang="en-US" sz="2600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A7B5D1E-6483-6F2B-7F42-6A7FBC0DC1B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941534" y="3364992"/>
            <a:ext cx="8354862" cy="1603331"/>
          </a:xfrm>
        </p:spPr>
        <p:txBody>
          <a:bodyPr>
            <a:noAutofit/>
          </a:bodyPr>
          <a:lstStyle/>
          <a:p>
            <a:pPr algn="l">
              <a:lnSpc>
                <a:spcPct val="110000"/>
              </a:lnSpc>
            </a:pPr>
            <a:r>
              <a:rPr lang="en-US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Submitted by: 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Swati Mishra, Phani Rama Krishna </a:t>
            </a:r>
            <a:r>
              <a:rPr lang="en-US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Yerroju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Vedasree </a:t>
            </a:r>
            <a:r>
              <a:rPr lang="en-US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Kommindala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US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Mintesnot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Fikre Legese</a:t>
            </a:r>
          </a:p>
          <a:p>
            <a:pPr algn="l">
              <a:lnSpc>
                <a:spcPct val="110000"/>
              </a:lnSpc>
            </a:pPr>
            <a:r>
              <a:rPr lang="en-US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Course Name: 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MSAI-633-M50: Ethics in Artificial Intelligence </a:t>
            </a:r>
            <a:endParaRPr lang="en-US" sz="18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l">
              <a:lnSpc>
                <a:spcPct val="110000"/>
              </a:lnSpc>
            </a:pPr>
            <a:r>
              <a:rPr lang="en-US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Due Date: 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07-25-2026</a:t>
            </a:r>
          </a:p>
        </p:txBody>
      </p:sp>
    </p:spTree>
    <p:extLst>
      <p:ext uri="{BB962C8B-B14F-4D97-AF65-F5344CB8AC3E}">
        <p14:creationId xmlns:p14="http://schemas.microsoft.com/office/powerpoint/2010/main" val="3203077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5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7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15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7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15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7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build="p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3" name="Rectangle 12">
            <a:extLst>
              <a:ext uri="{FF2B5EF4-FFF2-40B4-BE49-F238E27FC236}">
                <a16:creationId xmlns:a16="http://schemas.microsoft.com/office/drawing/2014/main" id="{6764E701-62D0-4B68-B902-A44BB8DAF1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4D9AEA4E-17C5-4819-9423-63A8CA392B8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0" y="0"/>
            <a:ext cx="4654296" cy="6858000"/>
          </a:xfrm>
          <a:prstGeom prst="rect">
            <a:avLst/>
          </a:prstGeom>
          <a:gradFill>
            <a:gsLst>
              <a:gs pos="0">
                <a:schemeClr val="accent3">
                  <a:lumMod val="89000"/>
                </a:schemeClr>
              </a:gs>
              <a:gs pos="23000">
                <a:schemeClr val="accent3">
                  <a:lumMod val="89000"/>
                </a:schemeClr>
              </a:gs>
              <a:gs pos="69000">
                <a:schemeClr val="accent3">
                  <a:lumMod val="75000"/>
                </a:schemeClr>
              </a:gs>
              <a:gs pos="97000">
                <a:schemeClr val="accent3">
                  <a:lumMod val="70000"/>
                </a:scheme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EE02565-CBF6-27ED-AE45-6A8FF659D8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65200" y="1096963"/>
            <a:ext cx="3367361" cy="4664075"/>
          </a:xfrm>
        </p:spPr>
        <p:txBody>
          <a:bodyPr>
            <a:normAutofit/>
          </a:bodyPr>
          <a:lstStyle/>
          <a:p>
            <a:pPr algn="l"/>
            <a:r>
              <a:rPr lang="en-US" sz="2800" dirty="0">
                <a:solidFill>
                  <a:srgbClr val="FFFFFF"/>
                </a:solidFill>
                <a:effectLst/>
              </a:rPr>
              <a:t>Agenda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1F4F8940-B1DD-45FA-A352-606F44F93FE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2"/>
            <a:ext cx="643467" cy="6858001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EEB99828-C4AA-9EA6-8D52-A7D1CC4040D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882896" y="274320"/>
            <a:ext cx="6995160" cy="6144767"/>
          </a:xfrm>
        </p:spPr>
        <p:txBody>
          <a:bodyPr anchor="ctr">
            <a:normAutofit fontScale="92500" lnSpcReduction="10000"/>
          </a:bodyPr>
          <a:lstStyle/>
          <a:p>
            <a:pPr marL="457200" lvl="1" indent="0">
              <a:buNone/>
            </a:pPr>
            <a:endParaRPr lang="en-US" sz="2200" dirty="0">
              <a:solidFill>
                <a:schemeClr val="accent5">
                  <a:lumMod val="75000"/>
                </a:schemeClr>
              </a:solidFill>
              <a:effectLst/>
            </a:endParaRPr>
          </a:p>
          <a:p>
            <a:pPr lvl="1">
              <a:buFont typeface="Wingdings" panose="05000000000000000000" pitchFamily="2" charset="2"/>
              <a:buChar char="q"/>
            </a:pPr>
            <a:r>
              <a:rPr lang="en-US" sz="2200" dirty="0">
                <a:solidFill>
                  <a:schemeClr val="accent5">
                    <a:lumMod val="75000"/>
                  </a:schemeClr>
                </a:solidFill>
                <a:effectLst/>
              </a:rPr>
              <a:t> Problem Statement </a:t>
            </a:r>
          </a:p>
          <a:p>
            <a:pPr lvl="1">
              <a:buFont typeface="Wingdings" panose="05000000000000000000" pitchFamily="2" charset="2"/>
              <a:buChar char="q"/>
            </a:pPr>
            <a:r>
              <a:rPr lang="en-US" sz="2200" dirty="0">
                <a:solidFill>
                  <a:schemeClr val="accent5">
                    <a:lumMod val="75000"/>
                  </a:schemeClr>
                </a:solidFill>
                <a:effectLst/>
              </a:rPr>
              <a:t> Solution</a:t>
            </a:r>
          </a:p>
          <a:p>
            <a:pPr lvl="1">
              <a:buFont typeface="Wingdings" panose="05000000000000000000" pitchFamily="2" charset="2"/>
              <a:buChar char="q"/>
            </a:pPr>
            <a:r>
              <a:rPr lang="en-US" sz="2200" dirty="0">
                <a:solidFill>
                  <a:schemeClr val="accent5">
                    <a:lumMod val="75000"/>
                  </a:schemeClr>
                </a:solidFill>
                <a:effectLst/>
              </a:rPr>
              <a:t> Project Objectives </a:t>
            </a:r>
          </a:p>
          <a:p>
            <a:pPr lvl="1">
              <a:buFont typeface="Wingdings" panose="05000000000000000000" pitchFamily="2" charset="2"/>
              <a:buChar char="q"/>
            </a:pPr>
            <a:r>
              <a:rPr lang="en-US" sz="2200" dirty="0">
                <a:solidFill>
                  <a:schemeClr val="accent5">
                    <a:lumMod val="75000"/>
                  </a:schemeClr>
                </a:solidFill>
                <a:effectLst/>
              </a:rPr>
              <a:t> Domain and Datasets</a:t>
            </a:r>
          </a:p>
          <a:p>
            <a:pPr lvl="1">
              <a:buFont typeface="Wingdings" panose="05000000000000000000" pitchFamily="2" charset="2"/>
              <a:buChar char="q"/>
            </a:pPr>
            <a:r>
              <a:rPr lang="en-US" sz="2200" dirty="0">
                <a:solidFill>
                  <a:schemeClr val="accent5">
                    <a:lumMod val="75000"/>
                  </a:schemeClr>
                </a:solidFill>
                <a:effectLst/>
              </a:rPr>
              <a:t> Technology Stack</a:t>
            </a:r>
          </a:p>
          <a:p>
            <a:pPr lvl="1">
              <a:buFont typeface="Wingdings" panose="05000000000000000000" pitchFamily="2" charset="2"/>
              <a:buChar char="q"/>
            </a:pPr>
            <a:r>
              <a:rPr lang="en-US" sz="2200" dirty="0">
                <a:solidFill>
                  <a:schemeClr val="accent5">
                    <a:lumMod val="75000"/>
                  </a:schemeClr>
                </a:solidFill>
                <a:effectLst/>
              </a:rPr>
              <a:t> CINEBOT UI</a:t>
            </a:r>
          </a:p>
          <a:p>
            <a:pPr lvl="1">
              <a:buFont typeface="Wingdings" panose="05000000000000000000" pitchFamily="2" charset="2"/>
              <a:buChar char="q"/>
            </a:pPr>
            <a:r>
              <a:rPr lang="en-US" sz="2200" dirty="0">
                <a:solidFill>
                  <a:schemeClr val="accent5">
                    <a:lumMod val="75000"/>
                  </a:schemeClr>
                </a:solidFill>
                <a:effectLst/>
              </a:rPr>
              <a:t> System Architecture </a:t>
            </a:r>
          </a:p>
          <a:p>
            <a:pPr lvl="1">
              <a:buFont typeface="Wingdings" panose="05000000000000000000" pitchFamily="2" charset="2"/>
              <a:buChar char="q"/>
            </a:pPr>
            <a:r>
              <a:rPr lang="en-US" sz="2200" dirty="0">
                <a:solidFill>
                  <a:schemeClr val="accent5">
                    <a:lumMod val="75000"/>
                  </a:schemeClr>
                </a:solidFill>
                <a:effectLst/>
              </a:rPr>
              <a:t> RAG Workflow </a:t>
            </a:r>
          </a:p>
          <a:p>
            <a:pPr lvl="1">
              <a:buFont typeface="Wingdings" panose="05000000000000000000" pitchFamily="2" charset="2"/>
              <a:buChar char="q"/>
            </a:pPr>
            <a:r>
              <a:rPr lang="en-US" sz="2200" dirty="0">
                <a:solidFill>
                  <a:schemeClr val="accent5">
                    <a:lumMod val="75000"/>
                  </a:schemeClr>
                </a:solidFill>
                <a:effectLst/>
              </a:rPr>
              <a:t> Project Demo </a:t>
            </a:r>
          </a:p>
          <a:p>
            <a:pPr lvl="1">
              <a:buFont typeface="Wingdings" panose="05000000000000000000" pitchFamily="2" charset="2"/>
              <a:buChar char="q"/>
            </a:pPr>
            <a:r>
              <a:rPr lang="en-US" sz="2200" dirty="0">
                <a:solidFill>
                  <a:schemeClr val="accent5">
                    <a:lumMod val="75000"/>
                  </a:schemeClr>
                </a:solidFill>
                <a:effectLst/>
              </a:rPr>
              <a:t> Evaluation Metrics</a:t>
            </a:r>
          </a:p>
          <a:p>
            <a:pPr lvl="1">
              <a:buFont typeface="Wingdings" panose="05000000000000000000" pitchFamily="2" charset="2"/>
              <a:buChar char="q"/>
            </a:pPr>
            <a:r>
              <a:rPr lang="en-US" sz="2200" dirty="0">
                <a:solidFill>
                  <a:schemeClr val="accent5">
                    <a:lumMod val="75000"/>
                  </a:schemeClr>
                </a:solidFill>
                <a:effectLst/>
              </a:rPr>
              <a:t> Outcomes</a:t>
            </a:r>
          </a:p>
          <a:p>
            <a:pPr lvl="1">
              <a:buFont typeface="Wingdings" panose="05000000000000000000" pitchFamily="2" charset="2"/>
              <a:buChar char="q"/>
            </a:pPr>
            <a:r>
              <a:rPr lang="en-US" sz="2200" dirty="0">
                <a:solidFill>
                  <a:schemeClr val="accent5">
                    <a:lumMod val="75000"/>
                  </a:schemeClr>
                </a:solidFill>
                <a:effectLst/>
              </a:rPr>
              <a:t> Ethics and Risk Assessment</a:t>
            </a:r>
          </a:p>
          <a:p>
            <a:pPr lvl="1">
              <a:buFont typeface="Wingdings" panose="05000000000000000000" pitchFamily="2" charset="2"/>
              <a:buChar char="q"/>
            </a:pPr>
            <a:r>
              <a:rPr lang="en-US" sz="2200" dirty="0">
                <a:solidFill>
                  <a:schemeClr val="accent5">
                    <a:lumMod val="75000"/>
                  </a:schemeClr>
                </a:solidFill>
                <a:effectLst/>
              </a:rPr>
              <a:t> Limitations</a:t>
            </a:r>
          </a:p>
          <a:p>
            <a:pPr lvl="1">
              <a:buFont typeface="Wingdings" panose="05000000000000000000" pitchFamily="2" charset="2"/>
              <a:buChar char="q"/>
            </a:pPr>
            <a:r>
              <a:rPr lang="en-US" sz="2200" dirty="0">
                <a:solidFill>
                  <a:schemeClr val="accent5">
                    <a:lumMod val="75000"/>
                  </a:schemeClr>
                </a:solidFill>
                <a:effectLst/>
              </a:rPr>
              <a:t> Future Enhancements</a:t>
            </a:r>
          </a:p>
          <a:p>
            <a:pPr marL="457200" lvl="1" indent="0">
              <a:buNone/>
            </a:pPr>
            <a:endParaRPr lang="en-US" sz="2200" dirty="0">
              <a:solidFill>
                <a:schemeClr val="accent5">
                  <a:lumMod val="75000"/>
                </a:schemeClr>
              </a:solidFill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546928768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>
            <a:tint val="95000"/>
            <a:satMod val="17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F02F233C-123F-466C-8459-BE8E1DB5408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6E5D930-B6C7-C134-93C1-9807C121AA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609601"/>
            <a:ext cx="10982549" cy="780288"/>
          </a:xfrm>
        </p:spPr>
        <p:txBody>
          <a:bodyPr anchor="b">
            <a:normAutofit/>
          </a:bodyPr>
          <a:lstStyle/>
          <a:p>
            <a:pPr algn="l"/>
            <a:r>
              <a:rPr lang="en-US" sz="3600" dirty="0">
                <a:effectLst/>
              </a:rPr>
              <a:t>Problem Statement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10B4D3A-64E6-046D-7DCF-E28D2FA69ED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3795" y="1632858"/>
            <a:ext cx="11046557" cy="4859382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sz="2400" b="1" dirty="0">
                <a:effectLst/>
              </a:rPr>
              <a:t>Problem: </a:t>
            </a:r>
            <a:r>
              <a:rPr lang="en-US" sz="2400" dirty="0">
                <a:effectLst/>
              </a:rPr>
              <a:t>Finding complete movie information  if often difficult because:</a:t>
            </a:r>
          </a:p>
          <a:p>
            <a:pPr lvl="1"/>
            <a:r>
              <a:rPr lang="en-US" sz="2400" dirty="0">
                <a:effectLst/>
              </a:rPr>
              <a:t>IMDb information is distributed across multiple pages.</a:t>
            </a:r>
          </a:p>
          <a:p>
            <a:pPr lvl="1"/>
            <a:r>
              <a:rPr lang="en-US" sz="2400" dirty="0">
                <a:effectLst/>
              </a:rPr>
              <a:t>Users perform several searches to gather complete details.</a:t>
            </a:r>
          </a:p>
          <a:p>
            <a:pPr lvl="1"/>
            <a:r>
              <a:rPr lang="en-US" sz="2400" dirty="0">
                <a:effectLst/>
              </a:rPr>
              <a:t> Traditional key search cannot understand conversational questions.</a:t>
            </a:r>
          </a:p>
          <a:p>
            <a:pPr lvl="1"/>
            <a:r>
              <a:rPr lang="en-US" sz="2400" dirty="0">
                <a:effectLst/>
              </a:rPr>
              <a:t>It is time-consuming to retrieve information such as </a:t>
            </a:r>
          </a:p>
          <a:p>
            <a:pPr lvl="2">
              <a:buFont typeface="Wingdings" panose="05000000000000000000" pitchFamily="2" charset="2"/>
              <a:buChar char="q"/>
            </a:pPr>
            <a:r>
              <a:rPr lang="en-US" sz="2400" dirty="0">
                <a:effectLst/>
              </a:rPr>
              <a:t> Movies</a:t>
            </a:r>
          </a:p>
          <a:p>
            <a:pPr lvl="2">
              <a:buFont typeface="Wingdings" panose="05000000000000000000" pitchFamily="2" charset="2"/>
              <a:buChar char="q"/>
            </a:pPr>
            <a:r>
              <a:rPr lang="en-US" sz="2400" dirty="0">
                <a:effectLst/>
              </a:rPr>
              <a:t> Actors</a:t>
            </a:r>
          </a:p>
          <a:p>
            <a:pPr lvl="2">
              <a:buFont typeface="Wingdings" panose="05000000000000000000" pitchFamily="2" charset="2"/>
              <a:buChar char="q"/>
            </a:pPr>
            <a:r>
              <a:rPr lang="en-US" sz="2400" dirty="0">
                <a:effectLst/>
              </a:rPr>
              <a:t> Directors</a:t>
            </a:r>
          </a:p>
          <a:p>
            <a:pPr lvl="2">
              <a:buFont typeface="Wingdings" panose="05000000000000000000" pitchFamily="2" charset="2"/>
              <a:buChar char="q"/>
            </a:pPr>
            <a:r>
              <a:rPr lang="en-US" sz="2400" dirty="0">
                <a:effectLst/>
              </a:rPr>
              <a:t> Ratings</a:t>
            </a:r>
          </a:p>
          <a:p>
            <a:pPr lvl="2">
              <a:buFont typeface="Wingdings" panose="05000000000000000000" pitchFamily="2" charset="2"/>
              <a:buChar char="q"/>
            </a:pPr>
            <a:r>
              <a:rPr lang="en-US" sz="2400" dirty="0">
                <a:effectLst/>
              </a:rPr>
              <a:t> Genres</a:t>
            </a:r>
          </a:p>
          <a:p>
            <a:pPr lvl="1"/>
            <a:endParaRPr lang="en-US" sz="1600" dirty="0"/>
          </a:p>
          <a:p>
            <a:pPr lvl="1"/>
            <a:endParaRPr lang="en-US" sz="1600" dirty="0"/>
          </a:p>
          <a:p>
            <a:endParaRPr lang="en-US" sz="1800" dirty="0"/>
          </a:p>
        </p:txBody>
      </p:sp>
    </p:spTree>
    <p:extLst>
      <p:ext uri="{BB962C8B-B14F-4D97-AF65-F5344CB8AC3E}">
        <p14:creationId xmlns:p14="http://schemas.microsoft.com/office/powerpoint/2010/main" val="397349245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6764E701-62D0-4B68-B902-A44BB8DAF1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4D9AEA4E-17C5-4819-9423-63A8CA392B8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0" y="0"/>
            <a:ext cx="4654296" cy="6858000"/>
          </a:xfrm>
          <a:prstGeom prst="rect">
            <a:avLst/>
          </a:prstGeom>
          <a:gradFill>
            <a:gsLst>
              <a:gs pos="0">
                <a:schemeClr val="accent3">
                  <a:lumMod val="89000"/>
                </a:schemeClr>
              </a:gs>
              <a:gs pos="23000">
                <a:schemeClr val="accent3">
                  <a:lumMod val="89000"/>
                </a:schemeClr>
              </a:gs>
              <a:gs pos="69000">
                <a:schemeClr val="accent3">
                  <a:lumMod val="75000"/>
                </a:schemeClr>
              </a:gs>
              <a:gs pos="97000">
                <a:schemeClr val="accent3">
                  <a:lumMod val="70000"/>
                </a:scheme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F6BC547-F083-09DC-69F3-A4833231E3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65200" y="1096963"/>
            <a:ext cx="3367361" cy="4664075"/>
          </a:xfrm>
        </p:spPr>
        <p:txBody>
          <a:bodyPr>
            <a:normAutofit/>
          </a:bodyPr>
          <a:lstStyle/>
          <a:p>
            <a:pPr algn="l"/>
            <a:r>
              <a:rPr lang="en-US" sz="2800" dirty="0">
                <a:solidFill>
                  <a:srgbClr val="FFFFFF"/>
                </a:solidFill>
                <a:effectLst/>
              </a:rPr>
              <a:t>Solution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1F4F8940-B1DD-45FA-A352-606F44F93FE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2"/>
            <a:ext cx="643467" cy="6858001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18D85C7-92E1-8528-5A69-E7659656476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976029" y="1096963"/>
            <a:ext cx="6764867" cy="4664075"/>
          </a:xfrm>
        </p:spPr>
        <p:txBody>
          <a:bodyPr anchor="ctr">
            <a:normAutofit/>
          </a:bodyPr>
          <a:lstStyle/>
          <a:p>
            <a:pPr marL="0" indent="0">
              <a:buNone/>
            </a:pPr>
            <a:r>
              <a:rPr lang="en-US" sz="2400" dirty="0" err="1">
                <a:solidFill>
                  <a:schemeClr val="tx1">
                    <a:lumMod val="95000"/>
                    <a:lumOff val="5000"/>
                  </a:schemeClr>
                </a:solidFill>
                <a:effectLst/>
              </a:rPr>
              <a:t>CineBot</a:t>
            </a:r>
            <a:r>
              <a:rPr lang="en-US" sz="2400" dirty="0">
                <a:solidFill>
                  <a:schemeClr val="tx1">
                    <a:lumMod val="95000"/>
                    <a:lumOff val="5000"/>
                  </a:schemeClr>
                </a:solidFill>
                <a:effectLst/>
              </a:rPr>
              <a:t> uses Retrieval Augmented Generated (RAG) to answer natural language questions with grounded and citation supported responses.</a:t>
            </a:r>
          </a:p>
        </p:txBody>
      </p:sp>
    </p:spTree>
    <p:extLst>
      <p:ext uri="{BB962C8B-B14F-4D97-AF65-F5344CB8AC3E}">
        <p14:creationId xmlns:p14="http://schemas.microsoft.com/office/powerpoint/2010/main" val="839694768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3EC10CB-84B6-C607-5158-964F85C48E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2DE7FAFD-9ABD-9FEE-C992-099F8C30B6F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93DDC35-70D5-D7E0-B06B-DC5321BB12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0" y="0"/>
            <a:ext cx="4654296" cy="6858000"/>
          </a:xfrm>
          <a:prstGeom prst="rect">
            <a:avLst/>
          </a:prstGeom>
          <a:gradFill>
            <a:gsLst>
              <a:gs pos="0">
                <a:schemeClr val="accent3">
                  <a:lumMod val="89000"/>
                </a:schemeClr>
              </a:gs>
              <a:gs pos="23000">
                <a:schemeClr val="accent3">
                  <a:lumMod val="89000"/>
                </a:schemeClr>
              </a:gs>
              <a:gs pos="69000">
                <a:schemeClr val="accent3">
                  <a:lumMod val="75000"/>
                </a:schemeClr>
              </a:gs>
              <a:gs pos="97000">
                <a:schemeClr val="accent3">
                  <a:lumMod val="70000"/>
                </a:scheme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ABF5B22-71B5-246E-7EA7-A6A2B675F8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65200" y="1096963"/>
            <a:ext cx="3367361" cy="4664075"/>
          </a:xfrm>
        </p:spPr>
        <p:txBody>
          <a:bodyPr>
            <a:normAutofit/>
          </a:bodyPr>
          <a:lstStyle/>
          <a:p>
            <a:pPr algn="l"/>
            <a:r>
              <a:rPr lang="en-US" sz="2800" dirty="0">
                <a:solidFill>
                  <a:srgbClr val="FFFFFF"/>
                </a:solidFill>
              </a:rPr>
              <a:t>Project Objective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467A7B5-1752-77EB-D53D-1D689498873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2"/>
            <a:ext cx="643467" cy="6858001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322FD8A-92CB-CB9A-6E44-EE52FCE3381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976029" y="228601"/>
            <a:ext cx="6764867" cy="6080760"/>
          </a:xfrm>
        </p:spPr>
        <p:txBody>
          <a:bodyPr anchor="ctr">
            <a:normAutofit/>
          </a:bodyPr>
          <a:lstStyle/>
          <a:p>
            <a:r>
              <a:rPr lang="en-US" sz="2400" dirty="0">
                <a:effectLst/>
              </a:rPr>
              <a:t>Building an AI-powered movie assistant.</a:t>
            </a:r>
          </a:p>
          <a:p>
            <a:r>
              <a:rPr lang="en-US" sz="2400" dirty="0">
                <a:effectLst/>
              </a:rPr>
              <a:t>Retrieving accurate movie information.</a:t>
            </a:r>
          </a:p>
          <a:p>
            <a:r>
              <a:rPr lang="en-US" sz="2400" dirty="0">
                <a:effectLst/>
              </a:rPr>
              <a:t>Support conversational queries.</a:t>
            </a:r>
          </a:p>
          <a:p>
            <a:r>
              <a:rPr lang="en-US" sz="2400" dirty="0">
                <a:effectLst/>
              </a:rPr>
              <a:t>Provide citation-supported responses.</a:t>
            </a:r>
          </a:p>
          <a:p>
            <a:r>
              <a:rPr lang="en-US" sz="2400" dirty="0">
                <a:effectLst/>
              </a:rPr>
              <a:t>Enable semantic search instead of keyword </a:t>
            </a:r>
            <a:r>
              <a:rPr lang="en-US" sz="2400">
                <a:effectLst/>
              </a:rPr>
              <a:t>search.</a:t>
            </a:r>
            <a:endParaRPr lang="en-US" sz="2400" dirty="0"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356089651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2EFAAE8-E253-C1CC-1201-A117358A27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Rectangle 27">
            <a:extLst>
              <a:ext uri="{FF2B5EF4-FFF2-40B4-BE49-F238E27FC236}">
                <a16:creationId xmlns:a16="http://schemas.microsoft.com/office/drawing/2014/main" id="{5C821777-3A3B-437E-B5C1-FBC7B0F48C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003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9C2A10B-8338-1435-8BA9-CA2AC63DD2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872575" y="1839685"/>
            <a:ext cx="3643150" cy="2209801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4000" dirty="0">
                <a:solidFill>
                  <a:srgbClr val="FFFFFF"/>
                </a:solidFill>
              </a:rPr>
              <a:t>Domain </a:t>
            </a:r>
            <a:br>
              <a:rPr lang="en-US" sz="4000" dirty="0">
                <a:solidFill>
                  <a:srgbClr val="FFFFFF"/>
                </a:solidFill>
              </a:rPr>
            </a:br>
            <a:r>
              <a:rPr lang="en-US" sz="4000" dirty="0">
                <a:solidFill>
                  <a:srgbClr val="FFFFFF"/>
                </a:solidFill>
              </a:rPr>
              <a:t>&amp; </a:t>
            </a:r>
            <a:br>
              <a:rPr lang="en-US" sz="4000" dirty="0">
                <a:solidFill>
                  <a:srgbClr val="FFFFFF"/>
                </a:solidFill>
              </a:rPr>
            </a:br>
            <a:r>
              <a:rPr lang="en-US" sz="4000" dirty="0">
                <a:solidFill>
                  <a:srgbClr val="FFFFFF"/>
                </a:solidFill>
              </a:rPr>
              <a:t>Dataset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A31AD40C-CE73-4162-8681-421B8AF943A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52475" y="733425"/>
            <a:ext cx="6696075" cy="5391150"/>
          </a:xfrm>
          <a:prstGeom prst="rect">
            <a:avLst/>
          </a:prstGeom>
          <a:solidFill>
            <a:schemeClr val="bg1"/>
          </a:solidFill>
          <a:ln w="190500" cap="sq">
            <a:solidFill>
              <a:schemeClr val="bg1"/>
            </a:solidFill>
            <a:miter lim="800000"/>
          </a:ln>
          <a:effectLst>
            <a:outerShdw blurRad="54991" dist="17780" dir="5400000" algn="ctr" rotWithShape="0">
              <a:schemeClr val="bg1">
                <a:alpha val="40000"/>
              </a:scheme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6" name="Graphic 15" descr="Database">
            <a:extLst>
              <a:ext uri="{FF2B5EF4-FFF2-40B4-BE49-F238E27FC236}">
                <a16:creationId xmlns:a16="http://schemas.microsoft.com/office/drawing/2014/main" id="{427B7EB1-310F-6F93-13FA-44FD69CEF80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786380" y="1114868"/>
            <a:ext cx="4628265" cy="4628265"/>
          </a:xfrm>
          <a:prstGeom prst="rect">
            <a:avLst/>
          </a:prstGeom>
        </p:spPr>
      </p:pic>
      <p:sp>
        <p:nvSpPr>
          <p:cNvPr id="32" name="Rectangle 31">
            <a:extLst>
              <a:ext uri="{FF2B5EF4-FFF2-40B4-BE49-F238E27FC236}">
                <a16:creationId xmlns:a16="http://schemas.microsoft.com/office/drawing/2014/main" id="{707A3B9D-B1BA-4989-A535-1A6D8D402C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17654" y="799817"/>
            <a:ext cx="6565717" cy="5258367"/>
          </a:xfrm>
          <a:prstGeom prst="rect">
            <a:avLst/>
          </a:prstGeom>
          <a:noFill/>
          <a:ln w="12700">
            <a:solidFill>
              <a:srgbClr val="2A5B7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837482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5" name="Rectangle 14">
            <a:extLst>
              <a:ext uri="{FF2B5EF4-FFF2-40B4-BE49-F238E27FC236}">
                <a16:creationId xmlns:a16="http://schemas.microsoft.com/office/drawing/2014/main" id="{570F171F-BF9B-48C5-9DC7-FFF9CF4DD09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24412F-1EA9-C033-20C5-FB73398724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6" y="1055914"/>
            <a:ext cx="3415718" cy="4746172"/>
          </a:xfrm>
        </p:spPr>
        <p:txBody>
          <a:bodyPr anchor="ctr">
            <a:normAutofit/>
          </a:bodyPr>
          <a:lstStyle/>
          <a:p>
            <a:r>
              <a:rPr lang="en-US" sz="4000" dirty="0">
                <a:solidFill>
                  <a:schemeClr val="tx2"/>
                </a:solidFill>
                <a:effectLst/>
              </a:rPr>
              <a:t>Domain</a:t>
            </a:r>
            <a:endParaRPr lang="en-US" sz="2800" dirty="0">
              <a:solidFill>
                <a:schemeClr val="tx2"/>
              </a:solidFill>
              <a:effectLst/>
            </a:endParaRPr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69E8FF8A-7BA5-48E8-AA6E-85EC29AFDA9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4651248" y="2079171"/>
            <a:ext cx="0" cy="2699658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1DE20D3-E5E8-9715-36C6-AB06F0FFCCC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972980" y="1055914"/>
            <a:ext cx="6740481" cy="4746172"/>
          </a:xfrm>
        </p:spPr>
        <p:txBody>
          <a:bodyPr anchor="ctr">
            <a:normAutofit/>
          </a:bodyPr>
          <a:lstStyle/>
          <a:p>
            <a:pPr marL="0" indent="0">
              <a:buNone/>
            </a:pPr>
            <a:r>
              <a:rPr lang="en-US" sz="2800" dirty="0">
                <a:effectLst/>
              </a:rPr>
              <a:t>Entertainment &amp; Movie Information Retrieval</a:t>
            </a:r>
            <a:endParaRPr lang="en-US" sz="2800" dirty="0">
              <a:solidFill>
                <a:schemeClr val="tx1">
                  <a:lumMod val="85000"/>
                  <a:lumOff val="15000"/>
                </a:schemeClr>
              </a:solidFill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34391102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6764E701-62D0-4B68-B902-A44BB8DAF1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4D9AEA4E-17C5-4819-9423-63A8CA392B8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0" y="0"/>
            <a:ext cx="4654296" cy="6858000"/>
          </a:xfrm>
          <a:prstGeom prst="rect">
            <a:avLst/>
          </a:prstGeom>
          <a:gradFill>
            <a:gsLst>
              <a:gs pos="0">
                <a:schemeClr val="accent3">
                  <a:lumMod val="89000"/>
                </a:schemeClr>
              </a:gs>
              <a:gs pos="23000">
                <a:schemeClr val="accent3">
                  <a:lumMod val="89000"/>
                </a:schemeClr>
              </a:gs>
              <a:gs pos="69000">
                <a:schemeClr val="accent3">
                  <a:lumMod val="75000"/>
                </a:schemeClr>
              </a:gs>
              <a:gs pos="97000">
                <a:schemeClr val="accent3">
                  <a:lumMod val="70000"/>
                </a:scheme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DCFAB39-FDC6-D913-654C-F7A7FD0B99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65200" y="1096963"/>
            <a:ext cx="3367361" cy="4664075"/>
          </a:xfrm>
        </p:spPr>
        <p:txBody>
          <a:bodyPr>
            <a:normAutofit/>
          </a:bodyPr>
          <a:lstStyle/>
          <a:p>
            <a:pPr algn="l"/>
            <a:r>
              <a:rPr lang="en-US" sz="2800" dirty="0">
                <a:effectLst/>
              </a:rPr>
              <a:t>Dataset</a:t>
            </a:r>
            <a:endParaRPr lang="en-US" sz="2800" dirty="0">
              <a:solidFill>
                <a:srgbClr val="FFFFFF"/>
              </a:solidFill>
              <a:effectLst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1F4F8940-B1DD-45FA-A352-606F44F93FE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2"/>
            <a:ext cx="643467" cy="6858001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658FBC7-B6FA-B288-F906-552C8643362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882896" y="128017"/>
            <a:ext cx="6958584" cy="6364224"/>
          </a:xfrm>
        </p:spPr>
        <p:txBody>
          <a:bodyPr anchor="ctr">
            <a:normAutofit/>
          </a:bodyPr>
          <a:lstStyle/>
          <a:p>
            <a:pPr marL="0" indent="0">
              <a:buNone/>
            </a:pPr>
            <a:r>
              <a:rPr lang="en-US" sz="2400" dirty="0">
                <a:solidFill>
                  <a:schemeClr val="bg2">
                    <a:lumMod val="25000"/>
                  </a:schemeClr>
                </a:solidFill>
                <a:effectLst/>
              </a:rPr>
              <a:t>Offline IMDb Dataset</a:t>
            </a:r>
          </a:p>
          <a:p>
            <a:pPr marL="0" indent="0">
              <a:buNone/>
            </a:pPr>
            <a:r>
              <a:rPr lang="en-US" sz="2400" b="1" dirty="0">
                <a:effectLst/>
              </a:rPr>
              <a:t>Data Set Contains:</a:t>
            </a:r>
          </a:p>
          <a:p>
            <a:pPr lvl="1"/>
            <a:r>
              <a:rPr lang="en-US" sz="2400" dirty="0">
                <a:solidFill>
                  <a:schemeClr val="bg2">
                    <a:lumMod val="25000"/>
                  </a:schemeClr>
                </a:solidFill>
                <a:effectLst/>
              </a:rPr>
              <a:t>Movies </a:t>
            </a:r>
          </a:p>
          <a:p>
            <a:pPr lvl="1"/>
            <a:r>
              <a:rPr lang="en-US" sz="2400" dirty="0">
                <a:solidFill>
                  <a:schemeClr val="bg2">
                    <a:lumMod val="25000"/>
                  </a:schemeClr>
                </a:solidFill>
                <a:effectLst/>
              </a:rPr>
              <a:t>Actors </a:t>
            </a:r>
          </a:p>
          <a:p>
            <a:pPr lvl="1"/>
            <a:r>
              <a:rPr lang="en-US" sz="2400" dirty="0">
                <a:solidFill>
                  <a:schemeClr val="bg2">
                    <a:lumMod val="25000"/>
                  </a:schemeClr>
                </a:solidFill>
                <a:effectLst/>
              </a:rPr>
              <a:t>Directors </a:t>
            </a:r>
          </a:p>
          <a:p>
            <a:pPr lvl="1"/>
            <a:r>
              <a:rPr lang="en-US" sz="2400" dirty="0">
                <a:solidFill>
                  <a:schemeClr val="bg2">
                    <a:lumMod val="25000"/>
                  </a:schemeClr>
                </a:solidFill>
                <a:effectLst/>
              </a:rPr>
              <a:t>Ratings </a:t>
            </a:r>
          </a:p>
          <a:p>
            <a:pPr lvl="1"/>
            <a:r>
              <a:rPr lang="en-US" sz="2400" dirty="0">
                <a:solidFill>
                  <a:schemeClr val="bg2">
                    <a:lumMod val="25000"/>
                  </a:schemeClr>
                </a:solidFill>
                <a:effectLst/>
              </a:rPr>
              <a:t>Genres </a:t>
            </a:r>
          </a:p>
        </p:txBody>
      </p:sp>
    </p:spTree>
    <p:extLst>
      <p:ext uri="{BB962C8B-B14F-4D97-AF65-F5344CB8AC3E}">
        <p14:creationId xmlns:p14="http://schemas.microsoft.com/office/powerpoint/2010/main" val="71171091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2">
            <a:duotone>
              <a:schemeClr val="bg2">
                <a:shade val="18000"/>
                <a:satMod val="160000"/>
                <a:lumMod val="28000"/>
              </a:schemeClr>
              <a:schemeClr val="bg2">
                <a:tint val="95000"/>
                <a:satMod val="160000"/>
                <a:lumMod val="116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112A1F-0B24-FAE7-69E0-1FBAD0CBB90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872575" y="3026663"/>
            <a:ext cx="3643150" cy="1097661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l"/>
            <a:r>
              <a:rPr lang="en-US" sz="4000" dirty="0"/>
              <a:t>CINEBOT UI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5BC51F77-AE74-4F38-B1DC-29475E38CAB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52475" y="733425"/>
            <a:ext cx="6696075" cy="5391150"/>
          </a:xfrm>
          <a:prstGeom prst="rect">
            <a:avLst/>
          </a:prstGeom>
          <a:solidFill>
            <a:schemeClr val="tx1"/>
          </a:solidFill>
          <a:ln w="190500" cap="sq">
            <a:solidFill>
              <a:srgbClr val="FFFFFF"/>
            </a:solidFill>
            <a:miter lim="800000"/>
          </a:ln>
          <a:effectLst>
            <a:outerShdw blurRad="54991" dist="17780" dir="5400000" algn="ctr" rotWithShape="0">
              <a:schemeClr val="bg1">
                <a:alpha val="40000"/>
              </a:scheme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9B3E4506-F92C-A1DA-EF8D-9BF6C925BE2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112" r="14787" b="2"/>
          <a:stretch>
            <a:fillRect/>
          </a:stretch>
        </p:blipFill>
        <p:spPr>
          <a:xfrm>
            <a:off x="905256" y="933492"/>
            <a:ext cx="6344710" cy="4955244"/>
          </a:xfrm>
          <a:prstGeom prst="rect">
            <a:avLst/>
          </a:prstGeom>
        </p:spPr>
      </p:pic>
      <p:sp>
        <p:nvSpPr>
          <p:cNvPr id="14" name="Rectangle 13">
            <a:extLst>
              <a:ext uri="{FF2B5EF4-FFF2-40B4-BE49-F238E27FC236}">
                <a16:creationId xmlns:a16="http://schemas.microsoft.com/office/drawing/2014/main" id="{FCE87B8C-E5AA-4044-AB91-DDA3084BE4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17654" y="799817"/>
            <a:ext cx="6565717" cy="5258367"/>
          </a:xfrm>
          <a:prstGeom prst="rect">
            <a:avLst/>
          </a:prstGeom>
          <a:noFill/>
          <a:ln w="12700"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757330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138CFB-3C23-AEE3-73E9-8A8A239198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609601"/>
            <a:ext cx="10353761" cy="1045464"/>
          </a:xfrm>
        </p:spPr>
        <p:txBody>
          <a:bodyPr/>
          <a:lstStyle/>
          <a:p>
            <a:r>
              <a:rPr lang="en-US" sz="3600" dirty="0" err="1">
                <a:effectLst>
                  <a:outerShdw blurRad="50800" dist="38100" dir="2700000" algn="tl" rotWithShape="0">
                    <a:srgbClr val="000000">
                      <a:alpha val="48000"/>
                    </a:srgbClr>
                  </a:outerShdw>
                </a:effectLst>
              </a:rPr>
              <a:t>CineBot</a:t>
            </a:r>
            <a:r>
              <a:rPr lang="en-US" sz="3600" dirty="0">
                <a:effectLst>
                  <a:outerShdw blurRad="50800" dist="38100" dir="2700000" algn="tl" rotWithShape="0">
                    <a:srgbClr val="000000">
                      <a:alpha val="48000"/>
                    </a:srgbClr>
                  </a:outerShdw>
                </a:effectLst>
              </a:rPr>
              <a:t> </a:t>
            </a:r>
            <a:r>
              <a:rPr lang="en-US" sz="3600" dirty="0" err="1">
                <a:effectLst>
                  <a:outerShdw blurRad="50800" dist="38100" dir="2700000" algn="tl" rotWithShape="0">
                    <a:srgbClr val="000000">
                      <a:alpha val="48000"/>
                    </a:srgbClr>
                  </a:outerShdw>
                </a:effectLst>
              </a:rPr>
              <a:t>ScreenShotS</a:t>
            </a: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C93B0CE-95A0-13D1-FC48-9958010EEE6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416" t="6509"/>
          <a:stretch>
            <a:fillRect/>
          </a:stretch>
        </p:blipFill>
        <p:spPr>
          <a:xfrm>
            <a:off x="6142410" y="1774371"/>
            <a:ext cx="5939327" cy="3548744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E549ECA6-6E48-77DC-60C7-E9C29C82069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268" t="26400" r="15353" b="2541"/>
          <a:stretch>
            <a:fillRect/>
          </a:stretch>
        </p:blipFill>
        <p:spPr>
          <a:xfrm>
            <a:off x="326572" y="1774370"/>
            <a:ext cx="5540829" cy="36793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3999934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Rectangle 19">
            <a:extLst>
              <a:ext uri="{FF2B5EF4-FFF2-40B4-BE49-F238E27FC236}">
                <a16:creationId xmlns:a16="http://schemas.microsoft.com/office/drawing/2014/main" id="{AF3C5BA0-8B24-4B05-A9E7-20545338C2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003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C83DDA5-CDFB-55FF-7659-0AF1951713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27471" y="628651"/>
            <a:ext cx="6588253" cy="3495674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4800">
                <a:solidFill>
                  <a:srgbClr val="FFFFFF"/>
                </a:solidFill>
              </a:rPr>
              <a:t>System Architecture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724FDB7F-33A2-451F-BA20-13ED87CF4BB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52475" y="733425"/>
            <a:ext cx="3743325" cy="5391150"/>
          </a:xfrm>
          <a:prstGeom prst="rect">
            <a:avLst/>
          </a:prstGeom>
          <a:solidFill>
            <a:schemeClr val="bg1"/>
          </a:solidFill>
          <a:ln w="190500" cap="sq">
            <a:solidFill>
              <a:schemeClr val="bg1"/>
            </a:solidFill>
            <a:miter lim="800000"/>
          </a:ln>
          <a:effectLst>
            <a:outerShdw blurRad="54991" dist="17780" dir="5400000" algn="ctr" rotWithShape="0">
              <a:schemeClr val="bg1">
                <a:alpha val="40000"/>
              </a:scheme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4" name="Graphic 13" descr="Computer">
            <a:extLst>
              <a:ext uri="{FF2B5EF4-FFF2-40B4-BE49-F238E27FC236}">
                <a16:creationId xmlns:a16="http://schemas.microsoft.com/office/drawing/2014/main" id="{071D63AD-E2D4-C07F-1672-20B61B707AD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41857" y="1946720"/>
            <a:ext cx="2964561" cy="2964561"/>
          </a:xfrm>
          <a:prstGeom prst="rect">
            <a:avLst/>
          </a:prstGeom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</a:sp3d>
        </p:spPr>
      </p:pic>
      <p:sp>
        <p:nvSpPr>
          <p:cNvPr id="24" name="Rectangle 23">
            <a:extLst>
              <a:ext uri="{FF2B5EF4-FFF2-40B4-BE49-F238E27FC236}">
                <a16:creationId xmlns:a16="http://schemas.microsoft.com/office/drawing/2014/main" id="{1460027F-6625-463B-B6D4-594AC32F233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11340" y="804806"/>
            <a:ext cx="3625595" cy="5248389"/>
          </a:xfrm>
          <a:prstGeom prst="rect">
            <a:avLst/>
          </a:prstGeom>
          <a:noFill/>
          <a:ln w="12700">
            <a:solidFill>
              <a:srgbClr val="2A5B7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8204928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>
            <a:tint val="95000"/>
            <a:satMod val="17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F02F233C-123F-466C-8459-BE8E1DB5408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5" name="Diagram 4">
            <a:extLst>
              <a:ext uri="{FF2B5EF4-FFF2-40B4-BE49-F238E27FC236}">
                <a16:creationId xmlns:a16="http://schemas.microsoft.com/office/drawing/2014/main" id="{770964CF-267A-43A6-F0DF-C3B0F08DBD97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975748231"/>
              </p:ext>
            </p:extLst>
          </p:nvPr>
        </p:nvGraphicFramePr>
        <p:xfrm>
          <a:off x="1110797" y="972910"/>
          <a:ext cx="10602232" cy="462915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67702636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Rectangle 28">
            <a:extLst>
              <a:ext uri="{FF2B5EF4-FFF2-40B4-BE49-F238E27FC236}">
                <a16:creationId xmlns:a16="http://schemas.microsoft.com/office/drawing/2014/main" id="{5C821777-3A3B-437E-B5C1-FBC7B0F48C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003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E72B533-6A16-FA41-7A23-26DA0B207F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881719" y="2468879"/>
            <a:ext cx="3643150" cy="1591437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dirty="0">
                <a:solidFill>
                  <a:srgbClr val="FFFFFF"/>
                </a:solidFill>
              </a:rPr>
              <a:t>Technology Stack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A31AD40C-CE73-4162-8681-421B8AF943A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52475" y="733425"/>
            <a:ext cx="6696075" cy="5391150"/>
          </a:xfrm>
          <a:prstGeom prst="rect">
            <a:avLst/>
          </a:prstGeom>
          <a:solidFill>
            <a:schemeClr val="bg1"/>
          </a:solidFill>
          <a:ln w="190500" cap="sq">
            <a:solidFill>
              <a:schemeClr val="bg1"/>
            </a:solidFill>
            <a:miter lim="800000"/>
          </a:ln>
          <a:effectLst>
            <a:outerShdw blurRad="54991" dist="17780" dir="5400000" algn="ctr" rotWithShape="0">
              <a:schemeClr val="bg1">
                <a:alpha val="40000"/>
              </a:scheme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707A3B9D-B1BA-4989-A535-1A6D8D402C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17654" y="799817"/>
            <a:ext cx="6565717" cy="5258367"/>
          </a:xfrm>
          <a:prstGeom prst="rect">
            <a:avLst/>
          </a:prstGeom>
          <a:noFill/>
          <a:ln w="12700">
            <a:solidFill>
              <a:srgbClr val="2A5B7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7" name="Content Placeholder 3">
            <a:extLst>
              <a:ext uri="{FF2B5EF4-FFF2-40B4-BE49-F238E27FC236}">
                <a16:creationId xmlns:a16="http://schemas.microsoft.com/office/drawing/2014/main" id="{7267186C-386F-720C-FF7B-A0ED79F4A8BB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653386867"/>
              </p:ext>
            </p:extLst>
          </p:nvPr>
        </p:nvGraphicFramePr>
        <p:xfrm>
          <a:off x="987552" y="894455"/>
          <a:ext cx="6227036" cy="4930272"/>
        </p:xfrm>
        <a:graphic>
          <a:graphicData uri="http://schemas.openxmlformats.org/drawingml/2006/table">
            <a:tbl>
              <a:tblPr firstRow="1" bandRow="1">
                <a:tableStyleId>{69C7853C-536D-4A76-A0AE-DD22124D55A5}</a:tableStyleId>
              </a:tblPr>
              <a:tblGrid>
                <a:gridCol w="2583140">
                  <a:extLst>
                    <a:ext uri="{9D8B030D-6E8A-4147-A177-3AD203B41FA5}">
                      <a16:colId xmlns:a16="http://schemas.microsoft.com/office/drawing/2014/main" val="2636987022"/>
                    </a:ext>
                  </a:extLst>
                </a:gridCol>
                <a:gridCol w="3643896">
                  <a:extLst>
                    <a:ext uri="{9D8B030D-6E8A-4147-A177-3AD203B41FA5}">
                      <a16:colId xmlns:a16="http://schemas.microsoft.com/office/drawing/2014/main" val="1128870266"/>
                    </a:ext>
                  </a:extLst>
                </a:gridCol>
              </a:tblGrid>
              <a:tr h="547808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2400" b="1" dirty="0"/>
                        <a:t>Component</a:t>
                      </a:r>
                    </a:p>
                  </a:txBody>
                  <a:tcPr marL="112765" marR="112765" marT="56383" marB="56383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2400" b="1" dirty="0"/>
                        <a:t>Technology</a:t>
                      </a:r>
                    </a:p>
                  </a:txBody>
                  <a:tcPr marL="112765" marR="112765" marT="56383" marB="56383"/>
                </a:tc>
                <a:extLst>
                  <a:ext uri="{0D108BD9-81ED-4DB2-BD59-A6C34878D82A}">
                    <a16:rowId xmlns:a16="http://schemas.microsoft.com/office/drawing/2014/main" val="2295446832"/>
                  </a:ext>
                </a:extLst>
              </a:tr>
              <a:tr h="54780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 b="0" dirty="0"/>
                        <a:t>Web Scraping</a:t>
                      </a:r>
                    </a:p>
                  </a:txBody>
                  <a:tcPr marL="112765" marR="112765" marT="56383" marB="56383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 b="0" dirty="0" err="1"/>
                        <a:t>ScraperAPI</a:t>
                      </a:r>
                      <a:endParaRPr lang="en-US" sz="2400" b="0" dirty="0"/>
                    </a:p>
                  </a:txBody>
                  <a:tcPr marL="112765" marR="112765" marT="56383" marB="56383"/>
                </a:tc>
                <a:extLst>
                  <a:ext uri="{0D108BD9-81ED-4DB2-BD59-A6C34878D82A}">
                    <a16:rowId xmlns:a16="http://schemas.microsoft.com/office/drawing/2014/main" val="3027895069"/>
                  </a:ext>
                </a:extLst>
              </a:tr>
              <a:tr h="54780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 b="0"/>
                        <a:t>Chunking</a:t>
                      </a:r>
                    </a:p>
                  </a:txBody>
                  <a:tcPr marL="112765" marR="112765" marT="56383" marB="56383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 b="0"/>
                        <a:t>LangChain Text Splitters</a:t>
                      </a:r>
                    </a:p>
                  </a:txBody>
                  <a:tcPr marL="112765" marR="112765" marT="56383" marB="56383"/>
                </a:tc>
                <a:extLst>
                  <a:ext uri="{0D108BD9-81ED-4DB2-BD59-A6C34878D82A}">
                    <a16:rowId xmlns:a16="http://schemas.microsoft.com/office/drawing/2014/main" val="3441628003"/>
                  </a:ext>
                </a:extLst>
              </a:tr>
              <a:tr h="54780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 b="0"/>
                        <a:t>Embeddings</a:t>
                      </a:r>
                    </a:p>
                  </a:txBody>
                  <a:tcPr marL="112765" marR="112765" marT="56383" marB="56383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 b="0" dirty="0"/>
                        <a:t>Sentence Transformers</a:t>
                      </a:r>
                    </a:p>
                  </a:txBody>
                  <a:tcPr marL="112765" marR="112765" marT="56383" marB="56383"/>
                </a:tc>
                <a:extLst>
                  <a:ext uri="{0D108BD9-81ED-4DB2-BD59-A6C34878D82A}">
                    <a16:rowId xmlns:a16="http://schemas.microsoft.com/office/drawing/2014/main" val="2955006519"/>
                  </a:ext>
                </a:extLst>
              </a:tr>
              <a:tr h="54780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 b="0"/>
                        <a:t>Vector Database</a:t>
                      </a:r>
                    </a:p>
                  </a:txBody>
                  <a:tcPr marL="112765" marR="112765" marT="56383" marB="56383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 b="0" dirty="0" err="1"/>
                        <a:t>ChromaDB</a:t>
                      </a:r>
                      <a:endParaRPr lang="en-US" sz="2400" b="0" dirty="0"/>
                    </a:p>
                  </a:txBody>
                  <a:tcPr marL="112765" marR="112765" marT="56383" marB="56383"/>
                </a:tc>
                <a:extLst>
                  <a:ext uri="{0D108BD9-81ED-4DB2-BD59-A6C34878D82A}">
                    <a16:rowId xmlns:a16="http://schemas.microsoft.com/office/drawing/2014/main" val="1994325429"/>
                  </a:ext>
                </a:extLst>
              </a:tr>
              <a:tr h="54780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 b="0"/>
                        <a:t>Backend</a:t>
                      </a:r>
                    </a:p>
                  </a:txBody>
                  <a:tcPr marL="112765" marR="112765" marT="56383" marB="56383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 b="0" dirty="0"/>
                        <a:t>Flask</a:t>
                      </a:r>
                    </a:p>
                  </a:txBody>
                  <a:tcPr marL="112765" marR="112765" marT="56383" marB="56383"/>
                </a:tc>
                <a:extLst>
                  <a:ext uri="{0D108BD9-81ED-4DB2-BD59-A6C34878D82A}">
                    <a16:rowId xmlns:a16="http://schemas.microsoft.com/office/drawing/2014/main" val="2685071668"/>
                  </a:ext>
                </a:extLst>
              </a:tr>
              <a:tr h="54780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 b="0"/>
                        <a:t>Frontend</a:t>
                      </a:r>
                    </a:p>
                  </a:txBody>
                  <a:tcPr marL="112765" marR="112765" marT="56383" marB="56383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 b="0"/>
                        <a:t>Next.js + Material UI</a:t>
                      </a:r>
                    </a:p>
                  </a:txBody>
                  <a:tcPr marL="112765" marR="112765" marT="56383" marB="56383"/>
                </a:tc>
                <a:extLst>
                  <a:ext uri="{0D108BD9-81ED-4DB2-BD59-A6C34878D82A}">
                    <a16:rowId xmlns:a16="http://schemas.microsoft.com/office/drawing/2014/main" val="1379850787"/>
                  </a:ext>
                </a:extLst>
              </a:tr>
              <a:tr h="54780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 b="0"/>
                        <a:t>LLM</a:t>
                      </a:r>
                    </a:p>
                  </a:txBody>
                  <a:tcPr marL="112765" marR="112765" marT="56383" marB="56383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 b="0"/>
                        <a:t>OpenAI API</a:t>
                      </a:r>
                    </a:p>
                  </a:txBody>
                  <a:tcPr marL="112765" marR="112765" marT="56383" marB="56383"/>
                </a:tc>
                <a:extLst>
                  <a:ext uri="{0D108BD9-81ED-4DB2-BD59-A6C34878D82A}">
                    <a16:rowId xmlns:a16="http://schemas.microsoft.com/office/drawing/2014/main" val="2625276791"/>
                  </a:ext>
                </a:extLst>
              </a:tr>
              <a:tr h="54780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 b="0"/>
                        <a:t>Version Control</a:t>
                      </a:r>
                    </a:p>
                  </a:txBody>
                  <a:tcPr marL="112765" marR="112765" marT="56383" marB="56383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 b="0" dirty="0"/>
                        <a:t>GitHub</a:t>
                      </a:r>
                    </a:p>
                  </a:txBody>
                  <a:tcPr marL="112765" marR="112765" marT="56383" marB="56383"/>
                </a:tc>
                <a:extLst>
                  <a:ext uri="{0D108BD9-81ED-4DB2-BD59-A6C34878D82A}">
                    <a16:rowId xmlns:a16="http://schemas.microsoft.com/office/drawing/2014/main" val="322599656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9787216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8B996A54-0CDD-4A46-B3D2-02F43219A7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003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7981131-2618-4C85-5007-65B9745768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6686" y="1122001"/>
            <a:ext cx="3040685" cy="4613999"/>
          </a:xfrm>
        </p:spPr>
        <p:txBody>
          <a:bodyPr anchor="ctr">
            <a:normAutofit/>
          </a:bodyPr>
          <a:lstStyle/>
          <a:p>
            <a:pPr algn="l"/>
            <a:r>
              <a:rPr lang="en-US" sz="2400">
                <a:solidFill>
                  <a:srgbClr val="FFFFFF"/>
                </a:solidFill>
              </a:rPr>
              <a:t>RAG Workflow</a:t>
            </a:r>
          </a:p>
        </p:txBody>
      </p:sp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06F0BB8C-8C08-44AD-9EBB-B43BE66A5B3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062129" y="0"/>
            <a:ext cx="8129873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745547E-2CE3-EDD2-002C-1C92D5AC5FA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35424" y="1122001"/>
            <a:ext cx="7351775" cy="4761274"/>
          </a:xfrm>
        </p:spPr>
        <p:txBody>
          <a:bodyPr anchor="ctr">
            <a:normAutofit/>
          </a:bodyPr>
          <a:lstStyle/>
          <a:p>
            <a:pPr marL="0" indent="0">
              <a:buNone/>
            </a:pPr>
            <a:r>
              <a:rPr lang="en-US" sz="2400" b="1" dirty="0">
                <a:effectLst/>
              </a:rPr>
              <a:t>Retrieval-Augmented Generation Pipeline</a:t>
            </a:r>
          </a:p>
          <a:p>
            <a:pPr lvl="1">
              <a:buFont typeface="Wingdings" panose="05000000000000000000" pitchFamily="2" charset="2"/>
              <a:buChar char="v"/>
            </a:pPr>
            <a:r>
              <a:rPr lang="en-US" sz="2400" dirty="0">
                <a:effectLst/>
              </a:rPr>
              <a:t> User submits a query to </a:t>
            </a:r>
            <a:r>
              <a:rPr lang="en-US" sz="2400" dirty="0" err="1">
                <a:effectLst/>
              </a:rPr>
              <a:t>CineBot</a:t>
            </a:r>
            <a:r>
              <a:rPr lang="en-US" sz="2400" dirty="0">
                <a:effectLst/>
              </a:rPr>
              <a:t>.</a:t>
            </a:r>
          </a:p>
          <a:p>
            <a:pPr lvl="1">
              <a:buFont typeface="Wingdings" panose="05000000000000000000" pitchFamily="2" charset="2"/>
              <a:buChar char="v"/>
            </a:pPr>
            <a:r>
              <a:rPr lang="en-US" sz="2400" dirty="0">
                <a:effectLst/>
              </a:rPr>
              <a:t> Query embedding is generated.</a:t>
            </a:r>
          </a:p>
          <a:p>
            <a:pPr lvl="1">
              <a:buFont typeface="Wingdings" panose="05000000000000000000" pitchFamily="2" charset="2"/>
              <a:buChar char="v"/>
            </a:pPr>
            <a:r>
              <a:rPr lang="en-US" sz="2400" dirty="0">
                <a:effectLst/>
              </a:rPr>
              <a:t> Similar chunks retrieved from Chroma DB.</a:t>
            </a:r>
          </a:p>
          <a:p>
            <a:pPr lvl="1">
              <a:buFont typeface="Wingdings" panose="05000000000000000000" pitchFamily="2" charset="2"/>
              <a:buChar char="v"/>
            </a:pPr>
            <a:r>
              <a:rPr lang="en-US" sz="2400" dirty="0">
                <a:effectLst/>
              </a:rPr>
              <a:t> Relevant context passed to LLM.</a:t>
            </a:r>
          </a:p>
          <a:p>
            <a:pPr lvl="1">
              <a:buFont typeface="Wingdings" panose="05000000000000000000" pitchFamily="2" charset="2"/>
              <a:buChar char="v"/>
            </a:pPr>
            <a:r>
              <a:rPr lang="en-US" sz="2400" dirty="0">
                <a:effectLst/>
              </a:rPr>
              <a:t> LLM generates a grounded answer </a:t>
            </a:r>
          </a:p>
          <a:p>
            <a:pPr lvl="1">
              <a:buFont typeface="Wingdings" panose="05000000000000000000" pitchFamily="2" charset="2"/>
              <a:buChar char="v"/>
            </a:pPr>
            <a:r>
              <a:rPr lang="en-US" sz="2400" dirty="0">
                <a:effectLst/>
              </a:rPr>
              <a:t> Citation added to response.</a:t>
            </a:r>
          </a:p>
          <a:p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3956932300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2">
            <a:duotone>
              <a:schemeClr val="bg2">
                <a:shade val="18000"/>
                <a:satMod val="160000"/>
                <a:lumMod val="28000"/>
              </a:schemeClr>
              <a:schemeClr val="bg2">
                <a:tint val="95000"/>
                <a:satMod val="160000"/>
                <a:lumMod val="116000"/>
              </a:schemeClr>
            </a:duotone>
          </a:blip>
          <a:stretch/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4466EC0-47E3-4A22-0E0C-AB8AB82B9B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250E16-DFEC-8355-5034-1D6F3D9CD7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35781" y="1122363"/>
            <a:ext cx="5896391" cy="2387600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4800" dirty="0"/>
              <a:t>Project Demo</a:t>
            </a:r>
          </a:p>
        </p:txBody>
      </p:sp>
      <p:pic>
        <p:nvPicPr>
          <p:cNvPr id="6" name="Graphic 5" descr="Teacher">
            <a:extLst>
              <a:ext uri="{FF2B5EF4-FFF2-40B4-BE49-F238E27FC236}">
                <a16:creationId xmlns:a16="http://schemas.microsoft.com/office/drawing/2014/main" id="{7E0EF14F-B64F-A616-8BD1-F4AAA23E7CB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678736" y="1488697"/>
            <a:ext cx="3402767" cy="3402767"/>
          </a:xfrm>
          <a:prstGeom prst="rect">
            <a:avLst/>
          </a:prstGeom>
          <a:ln w="190500" cap="sq">
            <a:solidFill>
              <a:srgbClr val="FFFFFF"/>
            </a:solidFill>
            <a:miter lim="800000"/>
          </a:ln>
          <a:effectLst>
            <a:outerShdw blurRad="54991" dist="17780" dir="5400000" algn="ctr" rotWithShape="0">
              <a:schemeClr val="bg1">
                <a:alpha val="40000"/>
              </a:scheme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</a:sp3d>
        </p:spPr>
      </p:pic>
    </p:spTree>
    <p:extLst>
      <p:ext uri="{BB962C8B-B14F-4D97-AF65-F5344CB8AC3E}">
        <p14:creationId xmlns:p14="http://schemas.microsoft.com/office/powerpoint/2010/main" val="339740795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2">
            <a:duotone>
              <a:schemeClr val="bg2">
                <a:shade val="18000"/>
                <a:satMod val="160000"/>
                <a:lumMod val="28000"/>
              </a:schemeClr>
              <a:schemeClr val="bg2">
                <a:tint val="95000"/>
                <a:satMod val="160000"/>
                <a:lumMod val="116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 descr="Hand holding a pen shading number on a sheet">
            <a:extLst>
              <a:ext uri="{FF2B5EF4-FFF2-40B4-BE49-F238E27FC236}">
                <a16:creationId xmlns:a16="http://schemas.microsoft.com/office/drawing/2014/main" id="{B16C83E6-DF67-D96D-5BD4-705DBE29D9A6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35000"/>
            <a:grayscl/>
          </a:blip>
          <a:srcRect b="15730"/>
          <a:stretch>
            <a:fillRect/>
          </a:stretch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FC23C8D4-BD3D-4473-B3D0-89011586BE8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32000">
                <a:schemeClr val="bg2">
                  <a:lumMod val="75000"/>
                  <a:alpha val="5000"/>
                </a:schemeClr>
              </a:gs>
              <a:gs pos="100000">
                <a:schemeClr val="bg2">
                  <a:lumMod val="40000"/>
                </a:schemeClr>
              </a:gs>
            </a:gsLst>
            <a:path path="circle">
              <a:fillToRect l="50000" t="5000" r="50000" b="95000"/>
            </a:path>
            <a:tileRect/>
          </a:gradFill>
          <a:ln w="9525" cap="flat" cmpd="sng" algn="ctr">
            <a:noFill/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4572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15E4D83-628A-0C5A-C685-CAFD9C4F6F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95269" y="1122363"/>
            <a:ext cx="9001462" cy="2387600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4800" dirty="0"/>
              <a:t>Evaluation Metrics</a:t>
            </a:r>
          </a:p>
        </p:txBody>
      </p:sp>
    </p:spTree>
    <p:extLst>
      <p:ext uri="{BB962C8B-B14F-4D97-AF65-F5344CB8AC3E}">
        <p14:creationId xmlns:p14="http://schemas.microsoft.com/office/powerpoint/2010/main" val="7508453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2AB2E8-3DDA-2F4D-692B-0D78605503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609601"/>
            <a:ext cx="10353761" cy="1182624"/>
          </a:xfrm>
        </p:spPr>
        <p:txBody>
          <a:bodyPr/>
          <a:lstStyle/>
          <a:p>
            <a:r>
              <a:rPr lang="en-US" dirty="0"/>
              <a:t>Evaluation </a:t>
            </a:r>
            <a:r>
              <a:rPr lang="en-US"/>
              <a:t>Metrics – 1</a:t>
            </a: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831C7F6-4335-062F-CF40-075C553B4D1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5314" y="1935921"/>
            <a:ext cx="11030722" cy="18178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1164886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456BC2-1B3B-563F-68E8-73744A58AB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2B1FE2-2022-179E-987B-DEA298875A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609601"/>
            <a:ext cx="10353761" cy="1182624"/>
          </a:xfrm>
        </p:spPr>
        <p:txBody>
          <a:bodyPr/>
          <a:lstStyle/>
          <a:p>
            <a:r>
              <a:rPr lang="en-US" dirty="0"/>
              <a:t>Evaluation Metrics – 2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67BAE453-4D1D-9F81-8703-6AFAB2909C2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28" t="5982" r="2264" b="15792"/>
          <a:stretch>
            <a:fillRect/>
          </a:stretch>
        </p:blipFill>
        <p:spPr>
          <a:xfrm>
            <a:off x="804672" y="2139696"/>
            <a:ext cx="11135824" cy="19751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0204445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2">
            <a:duotone>
              <a:schemeClr val="bg2">
                <a:shade val="18000"/>
                <a:satMod val="160000"/>
                <a:lumMod val="28000"/>
              </a:schemeClr>
              <a:schemeClr val="bg2">
                <a:tint val="95000"/>
                <a:satMod val="160000"/>
                <a:lumMod val="116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8E2D04-39A5-5F88-D7E1-E05E4A1E9F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01" y="201169"/>
            <a:ext cx="5596123" cy="896110"/>
          </a:xfrm>
        </p:spPr>
        <p:txBody>
          <a:bodyPr>
            <a:normAutofit/>
          </a:bodyPr>
          <a:lstStyle/>
          <a:p>
            <a:r>
              <a:rPr lang="en-US" dirty="0"/>
              <a:t>Outcomes</a:t>
            </a:r>
          </a:p>
        </p:txBody>
      </p:sp>
      <p:pic>
        <p:nvPicPr>
          <p:cNvPr id="5" name="Picture 4" descr="A robot using a laptop sitting on a blue chair">
            <a:extLst>
              <a:ext uri="{FF2B5EF4-FFF2-40B4-BE49-F238E27FC236}">
                <a16:creationId xmlns:a16="http://schemas.microsoft.com/office/drawing/2014/main" id="{5DB52F4B-0661-8C30-DD7F-314D438AA02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50000"/>
          <a:stretch>
            <a:fillRect/>
          </a:stretch>
        </p:blipFill>
        <p:spPr>
          <a:xfrm>
            <a:off x="20" y="10"/>
            <a:ext cx="6095980" cy="6857990"/>
          </a:xfrm>
          <a:prstGeom prst="rect">
            <a:avLst/>
          </a:prstGeom>
        </p:spPr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C70D13-91A7-1558-7F70-B3BF0EE45E4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00801" y="1097279"/>
            <a:ext cx="5714996" cy="5559552"/>
          </a:xfrm>
        </p:spPr>
        <p:txBody>
          <a:bodyPr>
            <a:noAutofit/>
          </a:bodyPr>
          <a:lstStyle/>
          <a:p>
            <a:pPr marL="0" indent="0">
              <a:lnSpc>
                <a:spcPct val="110000"/>
              </a:lnSpc>
              <a:buNone/>
            </a:pPr>
            <a:r>
              <a:rPr lang="en-US" sz="2400" dirty="0">
                <a:effectLst/>
              </a:rPr>
              <a:t>The project will deliver an intelligent RAG-based conversational assistant capable of:</a:t>
            </a:r>
          </a:p>
          <a:p>
            <a:pPr lvl="0">
              <a:lnSpc>
                <a:spcPct val="110000"/>
              </a:lnSpc>
              <a:buFont typeface="Wingdings" panose="05000000000000000000" pitchFamily="2" charset="2"/>
              <a:buChar char="q"/>
            </a:pPr>
            <a:r>
              <a:rPr lang="en-US" sz="2400" dirty="0">
                <a:effectLst/>
              </a:rPr>
              <a:t> Retrieving the accurate movie information from IMDb.</a:t>
            </a:r>
          </a:p>
          <a:p>
            <a:pPr lvl="0">
              <a:lnSpc>
                <a:spcPct val="110000"/>
              </a:lnSpc>
              <a:buFont typeface="Wingdings" panose="05000000000000000000" pitchFamily="2" charset="2"/>
              <a:buChar char="q"/>
            </a:pPr>
            <a:r>
              <a:rPr lang="en-US" sz="2400" dirty="0">
                <a:effectLst/>
              </a:rPr>
              <a:t> Answering natural language questions with citation-supported responses.</a:t>
            </a:r>
          </a:p>
          <a:p>
            <a:pPr lvl="0">
              <a:lnSpc>
                <a:spcPct val="110000"/>
              </a:lnSpc>
              <a:buFont typeface="Wingdings" panose="05000000000000000000" pitchFamily="2" charset="2"/>
              <a:buChar char="q"/>
            </a:pPr>
            <a:r>
              <a:rPr lang="en-US" sz="2400" dirty="0">
                <a:effectLst/>
              </a:rPr>
              <a:t> Supporting semantic search across movies, actors, directors, and genres.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E0DCF65E-F84E-483D-83D7-A1616D56914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6106560" y="45720"/>
            <a:ext cx="0" cy="6766560"/>
          </a:xfrm>
          <a:prstGeom prst="line">
            <a:avLst/>
          </a:prstGeom>
          <a:ln w="190500" cap="sq">
            <a:solidFill>
              <a:srgbClr val="FFFFFF"/>
            </a:solidFill>
            <a:miter lim="800000"/>
          </a:ln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</a:sp3d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7761623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18DFF9A-C8C1-1DDA-B438-6C20C44149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BEBA7AFE-81B0-AF62-D123-FC29634E958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003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85E5C39-8F39-50FA-F4C6-1D8EB76B4F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6686" y="1122001"/>
            <a:ext cx="3040685" cy="4613999"/>
          </a:xfrm>
        </p:spPr>
        <p:txBody>
          <a:bodyPr anchor="ctr">
            <a:normAutofit/>
          </a:bodyPr>
          <a:lstStyle/>
          <a:p>
            <a:pPr algn="l"/>
            <a:r>
              <a:rPr lang="en-US" sz="2400" dirty="0">
                <a:solidFill>
                  <a:schemeClr val="bg1"/>
                </a:solidFill>
                <a:effectLst/>
              </a:rPr>
              <a:t>Ethics &amp; Risk Assessment</a:t>
            </a:r>
          </a:p>
        </p:txBody>
      </p:sp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E06C9548-68A9-8F07-8462-BB0509EB30D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062129" y="0"/>
            <a:ext cx="8129873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BE25F74-9372-C08D-450D-E59CBF015B9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35424" y="1122001"/>
            <a:ext cx="7351775" cy="4613999"/>
          </a:xfrm>
        </p:spPr>
        <p:txBody>
          <a:bodyPr anchor="ctr">
            <a:normAutofit/>
          </a:bodyPr>
          <a:lstStyle/>
          <a:p>
            <a:r>
              <a:rPr lang="en-US" sz="2400" dirty="0">
                <a:effectLst/>
              </a:rPr>
              <a:t>Responsibly crawling.</a:t>
            </a:r>
          </a:p>
          <a:p>
            <a:r>
              <a:rPr lang="en-US" sz="2400" dirty="0">
                <a:effectLst/>
              </a:rPr>
              <a:t>Data Protection</a:t>
            </a:r>
          </a:p>
          <a:p>
            <a:r>
              <a:rPr lang="en-US" sz="2400" dirty="0">
                <a:effectLst/>
              </a:rPr>
              <a:t>Copyright</a:t>
            </a:r>
          </a:p>
          <a:p>
            <a:pPr lvl="1"/>
            <a:r>
              <a:rPr lang="en-US" sz="2400" dirty="0">
                <a:effectLst/>
              </a:rPr>
              <a:t> Retrieving metadata only. </a:t>
            </a:r>
          </a:p>
          <a:p>
            <a:pPr lvl="1"/>
            <a:r>
              <a:rPr lang="en-US" sz="2400" dirty="0">
                <a:effectLst/>
              </a:rPr>
              <a:t>Summarize instead of copying content.</a:t>
            </a:r>
          </a:p>
          <a:p>
            <a:pPr marL="228600" lvl="1">
              <a:spcBef>
                <a:spcPts val="1000"/>
              </a:spcBef>
            </a:pPr>
            <a:r>
              <a:rPr lang="en-US" sz="2400" dirty="0">
                <a:effectLst/>
              </a:rPr>
              <a:t>Transparency</a:t>
            </a:r>
          </a:p>
        </p:txBody>
      </p:sp>
    </p:spTree>
    <p:extLst>
      <p:ext uri="{BB962C8B-B14F-4D97-AF65-F5344CB8AC3E}">
        <p14:creationId xmlns:p14="http://schemas.microsoft.com/office/powerpoint/2010/main" val="2695594141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2">
            <a:duotone>
              <a:schemeClr val="bg2">
                <a:shade val="18000"/>
                <a:satMod val="160000"/>
                <a:lumMod val="28000"/>
              </a:schemeClr>
              <a:schemeClr val="bg2">
                <a:tint val="95000"/>
                <a:satMod val="160000"/>
                <a:lumMod val="116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738AA7-C0C0-3903-F980-5111993702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1" cy="1326321"/>
          </a:xfrm>
        </p:spPr>
        <p:txBody>
          <a:bodyPr>
            <a:normAutofit/>
          </a:bodyPr>
          <a:lstStyle/>
          <a:p>
            <a:r>
              <a:rPr lang="en-US" dirty="0"/>
              <a:t>Limitations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EFA2AC96-1E47-421C-A03F-F98E354EB4E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095500"/>
            <a:ext cx="12192000" cy="4762500"/>
          </a:xfrm>
          <a:prstGeom prst="rect">
            <a:avLst/>
          </a:prstGeom>
          <a:solidFill>
            <a:schemeClr val="bg1"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001">
            <a:schemeClr val="dk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11" name="Content Placeholder 2">
            <a:extLst>
              <a:ext uri="{FF2B5EF4-FFF2-40B4-BE49-F238E27FC236}">
                <a16:creationId xmlns:a16="http://schemas.microsoft.com/office/drawing/2014/main" id="{3BAF6974-48F3-3BB5-DD94-211D0D5E0A82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67677147"/>
              </p:ext>
            </p:extLst>
          </p:nvPr>
        </p:nvGraphicFramePr>
        <p:xfrm>
          <a:off x="914400" y="2417233"/>
          <a:ext cx="10353675" cy="330582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143860095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2">
            <a:duotone>
              <a:schemeClr val="bg2">
                <a:shade val="18000"/>
                <a:satMod val="160000"/>
                <a:lumMod val="28000"/>
              </a:schemeClr>
              <a:schemeClr val="bg2">
                <a:tint val="95000"/>
                <a:satMod val="160000"/>
                <a:lumMod val="116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F9F443-5A42-63B5-378D-6C58012344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1" cy="1326321"/>
          </a:xfrm>
        </p:spPr>
        <p:txBody>
          <a:bodyPr>
            <a:normAutofit/>
          </a:bodyPr>
          <a:lstStyle/>
          <a:p>
            <a:r>
              <a:rPr lang="en-US" dirty="0"/>
              <a:t>Future Enhancements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EFA2AC96-1E47-421C-A03F-F98E354EB4E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095500"/>
            <a:ext cx="12192000" cy="4762500"/>
          </a:xfrm>
          <a:prstGeom prst="rect">
            <a:avLst/>
          </a:prstGeom>
          <a:solidFill>
            <a:schemeClr val="bg1"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001">
            <a:schemeClr val="dk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F1E3F392-81F3-D4DF-71C7-1B2584580F9F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437008944"/>
              </p:ext>
            </p:extLst>
          </p:nvPr>
        </p:nvGraphicFramePr>
        <p:xfrm>
          <a:off x="914400" y="2417233"/>
          <a:ext cx="10353675" cy="330582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355193013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1" name="Rectangle 30">
            <a:extLst>
              <a:ext uri="{FF2B5EF4-FFF2-40B4-BE49-F238E27FC236}">
                <a16:creationId xmlns:a16="http://schemas.microsoft.com/office/drawing/2014/main" id="{570F171F-BF9B-48C5-9DC7-FFF9CF4DD09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69E8FF8A-7BA5-48E8-AA6E-85EC29AFDA9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4651248" y="2079171"/>
            <a:ext cx="0" cy="2699658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625440-9A70-C392-CD27-217D0FD4E33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972981" y="1055914"/>
            <a:ext cx="6294576" cy="4746172"/>
          </a:xfrm>
        </p:spPr>
        <p:txBody>
          <a:bodyPr anchor="ctr">
            <a:normAutofit/>
          </a:bodyPr>
          <a:lstStyle/>
          <a:p>
            <a:pPr marL="0" indent="0">
              <a:buNone/>
            </a:pPr>
            <a:endParaRPr lang="en-US" sz="1600" dirty="0">
              <a:solidFill>
                <a:schemeClr val="tx1">
                  <a:lumMod val="85000"/>
                  <a:lumOff val="15000"/>
                </a:schemeClr>
              </a:solidFill>
              <a:effectLst/>
            </a:endParaRPr>
          </a:p>
          <a:p>
            <a:pPr marL="0" indent="0">
              <a:buNone/>
            </a:pPr>
            <a:r>
              <a:rPr lang="en-US" sz="9600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</a:rPr>
              <a:t>Thank You</a:t>
            </a:r>
          </a:p>
        </p:txBody>
      </p:sp>
    </p:spTree>
    <p:extLst>
      <p:ext uri="{BB962C8B-B14F-4D97-AF65-F5344CB8AC3E}">
        <p14:creationId xmlns:p14="http://schemas.microsoft.com/office/powerpoint/2010/main" val="133197840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Damask">
  <a:themeElements>
    <a:clrScheme name="Damask">
      <a:dk1>
        <a:sysClr val="windowText" lastClr="000000"/>
      </a:dk1>
      <a:lt1>
        <a:sysClr val="window" lastClr="FFFFFF"/>
      </a:lt1>
      <a:dk2>
        <a:srgbClr val="2A5B7F"/>
      </a:dk2>
      <a:lt2>
        <a:srgbClr val="ABDAFC"/>
      </a:lt2>
      <a:accent1>
        <a:srgbClr val="9EC544"/>
      </a:accent1>
      <a:accent2>
        <a:srgbClr val="50BEA3"/>
      </a:accent2>
      <a:accent3>
        <a:srgbClr val="4A9CCC"/>
      </a:accent3>
      <a:accent4>
        <a:srgbClr val="9A66CA"/>
      </a:accent4>
      <a:accent5>
        <a:srgbClr val="C54F71"/>
      </a:accent5>
      <a:accent6>
        <a:srgbClr val="DE9C3C"/>
      </a:accent6>
      <a:hlink>
        <a:srgbClr val="6BA9DA"/>
      </a:hlink>
      <a:folHlink>
        <a:srgbClr val="A0BCD3"/>
      </a:folHlink>
    </a:clrScheme>
    <a:fontScheme name="Damask">
      <a:majorFont>
        <a:latin typeface="Bookman Old Style" panose="02050604050505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Rockwell" panose="020606030202050204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Damask">
      <a:fillStyleLst>
        <a:solidFill>
          <a:schemeClr val="phClr"/>
        </a:solidFill>
        <a:gradFill rotWithShape="1">
          <a:gsLst>
            <a:gs pos="0">
              <a:schemeClr val="phClr">
                <a:tint val="48000"/>
                <a:satMod val="105000"/>
                <a:lumMod val="110000"/>
              </a:schemeClr>
            </a:gs>
            <a:gs pos="100000">
              <a:schemeClr val="phClr">
                <a:tint val="78000"/>
                <a:satMod val="109000"/>
                <a:lum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satMod val="100000"/>
                <a:lumMod val="104000"/>
              </a:schemeClr>
            </a:gs>
            <a:gs pos="69000">
              <a:schemeClr val="phClr">
                <a:shade val="86000"/>
                <a:satMod val="130000"/>
                <a:lumMod val="102000"/>
              </a:schemeClr>
            </a:gs>
            <a:gs pos="100000">
              <a:schemeClr val="phClr">
                <a:shade val="72000"/>
                <a:satMod val="130000"/>
                <a:lumMod val="100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38100" dir="5400000" sy="96000" rotWithShape="0">
              <a:srgbClr val="000000">
                <a:alpha val="54000"/>
              </a:srgbClr>
            </a:outerShdw>
          </a:effectLst>
        </a:effectStyle>
        <a:effectStyle>
          <a:effectLst>
            <a:outerShdw blurRad="76200" dist="38100" dir="5400000" algn="ctr" rotWithShape="0">
              <a:srgbClr val="000000">
                <a:alpha val="76000"/>
              </a:srgbClr>
            </a:outerShdw>
          </a:effectLst>
          <a:scene3d>
            <a:camera prst="orthographicFront">
              <a:rot lat="0" lon="0" rev="0"/>
            </a:camera>
            <a:lightRig rig="balanced" dir="t"/>
          </a:scene3d>
          <a:sp3d prstMaterial="matte">
            <a:bevelT w="25400" h="25400" prst="relaxedInset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blipFill rotWithShape="1">
          <a:blip xmlns:r="http://schemas.openxmlformats.org/officeDocument/2006/relationships" r:embed="rId1">
            <a:duotone>
              <a:schemeClr val="phClr">
                <a:shade val="18000"/>
                <a:satMod val="160000"/>
                <a:lumMod val="28000"/>
              </a:schemeClr>
              <a:schemeClr val="phClr">
                <a:tint val="95000"/>
                <a:satMod val="160000"/>
                <a:lumMod val="116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amask" id="{F9A299A0-33D0-4E0F-9F3F-7163E3744208}" vid="{746EEEEA-FB6A-406B-B510-531588D54811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Wisp</Template>
  <TotalTime>354</TotalTime>
  <Words>426</Words>
  <Application>Microsoft Office PowerPoint</Application>
  <PresentationFormat>Widescreen</PresentationFormat>
  <Paragraphs>116</Paragraphs>
  <Slides>23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31" baseType="lpstr">
      <vt:lpstr>Arial</vt:lpstr>
      <vt:lpstr>Arial Black</vt:lpstr>
      <vt:lpstr>Bookman Old Style</vt:lpstr>
      <vt:lpstr>Calibri</vt:lpstr>
      <vt:lpstr>Rockwell</vt:lpstr>
      <vt:lpstr>Times New Roman</vt:lpstr>
      <vt:lpstr>Wingdings</vt:lpstr>
      <vt:lpstr>Damask</vt:lpstr>
      <vt:lpstr>CineBot: An IMDb-powered RAG Assistant For Movie Information Retrieval </vt:lpstr>
      <vt:lpstr>Agenda</vt:lpstr>
      <vt:lpstr>Problem Statement</vt:lpstr>
      <vt:lpstr>Solution</vt:lpstr>
      <vt:lpstr>Project Objective</vt:lpstr>
      <vt:lpstr>Domain  &amp;  Dataset</vt:lpstr>
      <vt:lpstr>Domain</vt:lpstr>
      <vt:lpstr>Dataset</vt:lpstr>
      <vt:lpstr>CINEBOT UI</vt:lpstr>
      <vt:lpstr>CineBot ScreenShotS</vt:lpstr>
      <vt:lpstr>System Architecture</vt:lpstr>
      <vt:lpstr>PowerPoint Presentation</vt:lpstr>
      <vt:lpstr>Technology Stack</vt:lpstr>
      <vt:lpstr>RAG Workflow</vt:lpstr>
      <vt:lpstr>Project Demo</vt:lpstr>
      <vt:lpstr>Evaluation Metrics</vt:lpstr>
      <vt:lpstr>Evaluation Metrics – 1</vt:lpstr>
      <vt:lpstr>Evaluation Metrics – 2</vt:lpstr>
      <vt:lpstr>Outcomes</vt:lpstr>
      <vt:lpstr>Ethics &amp; Risk Assessment</vt:lpstr>
      <vt:lpstr>Limitations</vt:lpstr>
      <vt:lpstr>Future Enhancements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Swati Mishra</dc:creator>
  <cp:lastModifiedBy>Swati Mishra</cp:lastModifiedBy>
  <cp:revision>1</cp:revision>
  <dcterms:created xsi:type="dcterms:W3CDTF">2026-07-25T18:16:12Z</dcterms:created>
  <dcterms:modified xsi:type="dcterms:W3CDTF">2026-07-26T15:45:09Z</dcterms:modified>
</cp:coreProperties>
</file>