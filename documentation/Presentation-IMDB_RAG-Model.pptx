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10"/>
    <p:sldId id="272" r:id="rId11"/>
    <p:sldId id="266" r:id="rId12"/>
    <p:sldId id="268" r:id="rId13"/>
    <p:sldId id="265" r:id="rId14"/>
    <p:sldId id="269" r:id="rId15"/>
    <p:sldId id="277" r:id="rId16"/>
    <p:sldId id="279" r:id="rId17"/>
    <p:sldId id="274" r:id="rId18"/>
    <p:sldId id="280" r:id="rId19"/>
    <p:sldId id="273" r:id="rId20"/>
    <p:sldId id="271" r:id="rId21"/>
    <p:sldId id="276" r:id="rId22"/>
    <p:sldId id="270" r:id="rId23"/>
    <p:sldId id="27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3F5505-8ECE-437C-A44B-78EEAB5B6E8B}" v="102" dt="2026-07-26T14:18:49.158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ti Mishra" userId="4ecbbe41-a93b-48f9-aa26-d01cbfd2c273" providerId="ADAL" clId="{66DB6158-1A18-4199-BA6D-06674FF3C921}"/>
    <pc:docChg chg="undo custSel addSld delSld modSld sldOrd addMainMaster delMainMaster modMainMaster">
      <pc:chgData name="Swati Mishra" userId="4ecbbe41-a93b-48f9-aa26-d01cbfd2c273" providerId="ADAL" clId="{66DB6158-1A18-4199-BA6D-06674FF3C921}" dt="2026-07-26T15:29:12.226" v="2474" actId="20577"/>
      <pc:docMkLst>
        <pc:docMk/>
      </pc:docMkLst>
      <pc:sldChg chg="addSp delSp modSp new mod setBg modClrScheme addAnim setClrOvrMap delDesignElem chgLayout">
        <pc:chgData name="Swati Mishra" userId="4ecbbe41-a93b-48f9-aa26-d01cbfd2c273" providerId="ADAL" clId="{66DB6158-1A18-4199-BA6D-06674FF3C921}" dt="2026-07-25T22:00:31.667" v="2007" actId="255"/>
        <pc:sldMkLst>
          <pc:docMk/>
          <pc:sldMk cId="320307724" sldId="256"/>
        </pc:sldMkLst>
        <pc:spChg chg="mod">
          <ac:chgData name="Swati Mishra" userId="4ecbbe41-a93b-48f9-aa26-d01cbfd2c273" providerId="ADAL" clId="{66DB6158-1A18-4199-BA6D-06674FF3C921}" dt="2026-07-25T22:00:23.537" v="2006" actId="14100"/>
          <ac:spMkLst>
            <pc:docMk/>
            <pc:sldMk cId="320307724" sldId="256"/>
            <ac:spMk id="2" creationId="{E6FD7A1F-8870-42DC-2545-13ADA76A1A6C}"/>
          </ac:spMkLst>
        </pc:spChg>
        <pc:spChg chg="add del mod">
          <ac:chgData name="Swati Mishra" userId="4ecbbe41-a93b-48f9-aa26-d01cbfd2c273" providerId="ADAL" clId="{66DB6158-1A18-4199-BA6D-06674FF3C921}" dt="2026-07-25T22:00:31.667" v="2007" actId="255"/>
          <ac:spMkLst>
            <pc:docMk/>
            <pc:sldMk cId="320307724" sldId="256"/>
            <ac:spMk id="3" creationId="{2A7B5D1E-6483-6F2B-7F42-6A7FBC0DC1BF}"/>
          </ac:spMkLst>
        </pc:spChg>
        <pc:spChg chg="add del">
          <ac:chgData name="Swati Mishra" userId="4ecbbe41-a93b-48f9-aa26-d01cbfd2c273" providerId="ADAL" clId="{66DB6158-1A18-4199-BA6D-06674FF3C921}" dt="2026-07-25T18:31:34.790" v="124" actId="26606"/>
          <ac:spMkLst>
            <pc:docMk/>
            <pc:sldMk cId="320307724" sldId="256"/>
            <ac:spMk id="5" creationId="{C17278C5-34E8-4293-BE47-73B18483AF7B}"/>
          </ac:spMkLst>
        </pc:spChg>
        <pc:spChg chg="add del">
          <ac:chgData name="Swati Mishra" userId="4ecbbe41-a93b-48f9-aa26-d01cbfd2c273" providerId="ADAL" clId="{66DB6158-1A18-4199-BA6D-06674FF3C921}" dt="2026-07-25T18:31:31.198" v="123" actId="26606"/>
          <ac:spMkLst>
            <pc:docMk/>
            <pc:sldMk cId="320307724" sldId="256"/>
            <ac:spMk id="6" creationId="{9A3F5928-D955-456A-97B5-AA390B8CE9D5}"/>
          </ac:spMkLst>
        </pc:spChg>
        <pc:spChg chg="add del">
          <ac:chgData name="Swati Mishra" userId="4ecbbe41-a93b-48f9-aa26-d01cbfd2c273" providerId="ADAL" clId="{66DB6158-1A18-4199-BA6D-06674FF3C921}" dt="2026-07-25T18:21:11.447" v="3" actId="26606"/>
          <ac:spMkLst>
            <pc:docMk/>
            <pc:sldMk cId="320307724" sldId="256"/>
            <ac:spMk id="9" creationId="{06E15305-164C-44CD-9E0F-420C2DC1B32A}"/>
          </ac:spMkLst>
        </pc:spChg>
        <pc:spChg chg="add del">
          <ac:chgData name="Swati Mishra" userId="4ecbbe41-a93b-48f9-aa26-d01cbfd2c273" providerId="ADAL" clId="{66DB6158-1A18-4199-BA6D-06674FF3C921}" dt="2026-07-25T18:31:34.790" v="124" actId="26606"/>
          <ac:spMkLst>
            <pc:docMk/>
            <pc:sldMk cId="320307724" sldId="256"/>
            <ac:spMk id="10" creationId="{C5CB530E-515E-412C-9DF1-5F8FFBD6F383}"/>
          </ac:spMkLst>
        </pc:spChg>
        <pc:spChg chg="add del">
          <ac:chgData name="Swati Mishra" userId="4ecbbe41-a93b-48f9-aa26-d01cbfd2c273" providerId="ADAL" clId="{66DB6158-1A18-4199-BA6D-06674FF3C921}" dt="2026-07-25T18:21:11.447" v="3" actId="26606"/>
          <ac:spMkLst>
            <pc:docMk/>
            <pc:sldMk cId="320307724" sldId="256"/>
            <ac:spMk id="11" creationId="{1D983374-3839-4F06-972D-B4C3CF238079}"/>
          </ac:spMkLst>
        </pc:spChg>
        <pc:spChg chg="add del">
          <ac:chgData name="Swati Mishra" userId="4ecbbe41-a93b-48f9-aa26-d01cbfd2c273" providerId="ADAL" clId="{66DB6158-1A18-4199-BA6D-06674FF3C921}" dt="2026-07-25T18:31:20.097" v="119" actId="26606"/>
          <ac:spMkLst>
            <pc:docMk/>
            <pc:sldMk cId="320307724" sldId="256"/>
            <ac:spMk id="12" creationId="{712D4376-A578-4FF1-94FC-245E7A6A489F}"/>
          </ac:spMkLst>
        </pc:spChg>
        <pc:spChg chg="add del">
          <ac:chgData name="Swati Mishra" userId="4ecbbe41-a93b-48f9-aa26-d01cbfd2c273" providerId="ADAL" clId="{66DB6158-1A18-4199-BA6D-06674FF3C921}" dt="2026-07-25T18:21:11.447" v="3" actId="26606"/>
          <ac:spMkLst>
            <pc:docMk/>
            <pc:sldMk cId="320307724" sldId="256"/>
            <ac:spMk id="13" creationId="{F1D5403D-09EC-41DB-B916-A09C0E5AEC2B}"/>
          </ac:spMkLst>
        </pc:spChg>
        <pc:spChg chg="add del">
          <ac:chgData name="Swati Mishra" userId="4ecbbe41-a93b-48f9-aa26-d01cbfd2c273" providerId="ADAL" clId="{66DB6158-1A18-4199-BA6D-06674FF3C921}" dt="2026-07-25T18:31:34.790" v="124" actId="26606"/>
          <ac:spMkLst>
            <pc:docMk/>
            <pc:sldMk cId="320307724" sldId="256"/>
            <ac:spMk id="14" creationId="{AEA7509D-F04F-40CB-A0B3-EEF16499CC9F}"/>
          </ac:spMkLst>
        </pc:spChg>
        <pc:spChg chg="add del">
          <ac:chgData name="Swati Mishra" userId="4ecbbe41-a93b-48f9-aa26-d01cbfd2c273" providerId="ADAL" clId="{66DB6158-1A18-4199-BA6D-06674FF3C921}" dt="2026-07-25T18:24:50.294" v="16" actId="26606"/>
          <ac:spMkLst>
            <pc:docMk/>
            <pc:sldMk cId="320307724" sldId="256"/>
            <ac:spMk id="15" creationId="{FDFF93C5-0576-D227-80A7-4CFBA8791AE4}"/>
          </ac:spMkLst>
        </pc:spChg>
        <pc:spChg chg="add del">
          <ac:chgData name="Swati Mishra" userId="4ecbbe41-a93b-48f9-aa26-d01cbfd2c273" providerId="ADAL" clId="{66DB6158-1A18-4199-BA6D-06674FF3C921}" dt="2026-07-25T18:24:50.294" v="16" actId="26606"/>
          <ac:spMkLst>
            <pc:docMk/>
            <pc:sldMk cId="320307724" sldId="256"/>
            <ac:spMk id="16" creationId="{33E93247-6229-44AB-A550-739E971E690B}"/>
          </ac:spMkLst>
        </pc:spChg>
        <pc:spChg chg="add del">
          <ac:chgData name="Swati Mishra" userId="4ecbbe41-a93b-48f9-aa26-d01cbfd2c273" providerId="ADAL" clId="{66DB6158-1A18-4199-BA6D-06674FF3C921}" dt="2026-07-25T18:24:50.294" v="16" actId="26606"/>
          <ac:spMkLst>
            <pc:docMk/>
            <pc:sldMk cId="320307724" sldId="256"/>
            <ac:spMk id="18" creationId="{AAB476BF-4EE2-5243-CABB-6CC72C39BF52}"/>
          </ac:spMkLst>
        </pc:spChg>
        <pc:spChg chg="add del">
          <ac:chgData name="Swati Mishra" userId="4ecbbe41-a93b-48f9-aa26-d01cbfd2c273" providerId="ADAL" clId="{66DB6158-1A18-4199-BA6D-06674FF3C921}" dt="2026-07-25T18:24:50.294" v="16" actId="26606"/>
          <ac:spMkLst>
            <pc:docMk/>
            <pc:sldMk cId="320307724" sldId="256"/>
            <ac:spMk id="19" creationId="{20D28EA4-6F96-F7C6-1D07-5BA5C27387EC}"/>
          </ac:spMkLst>
        </pc:spChg>
        <pc:spChg chg="add del">
          <ac:chgData name="Swati Mishra" userId="4ecbbe41-a93b-48f9-aa26-d01cbfd2c273" providerId="ADAL" clId="{66DB6158-1A18-4199-BA6D-06674FF3C921}" dt="2026-07-25T18:31:10.969" v="113" actId="26606"/>
          <ac:spMkLst>
            <pc:docMk/>
            <pc:sldMk cId="320307724" sldId="256"/>
            <ac:spMk id="20" creationId="{D983080A-6551-4451-BD82-99B048897B29}"/>
          </ac:spMkLst>
        </pc:spChg>
        <pc:spChg chg="add del">
          <ac:chgData name="Swati Mishra" userId="4ecbbe41-a93b-48f9-aa26-d01cbfd2c273" providerId="ADAL" clId="{66DB6158-1A18-4199-BA6D-06674FF3C921}" dt="2026-07-25T18:37:33.385" v="194"/>
          <ac:spMkLst>
            <pc:docMk/>
            <pc:sldMk cId="320307724" sldId="256"/>
            <ac:spMk id="22" creationId="{6E37B132-9C54-4236-8910-3340177AD9DB}"/>
          </ac:spMkLst>
        </pc:spChg>
        <pc:spChg chg="add del">
          <ac:chgData name="Swati Mishra" userId="4ecbbe41-a93b-48f9-aa26-d01cbfd2c273" providerId="ADAL" clId="{66DB6158-1A18-4199-BA6D-06674FF3C921}" dt="2026-07-25T18:31:12.924" v="115" actId="26606"/>
          <ac:spMkLst>
            <pc:docMk/>
            <pc:sldMk cId="320307724" sldId="256"/>
            <ac:spMk id="23" creationId="{F82D9B81-57D7-4F0C-AB92-6E390E4E1DD3}"/>
          </ac:spMkLst>
        </pc:spChg>
        <pc:spChg chg="add del">
          <ac:chgData name="Swati Mishra" userId="4ecbbe41-a93b-48f9-aa26-d01cbfd2c273" providerId="ADAL" clId="{66DB6158-1A18-4199-BA6D-06674FF3C921}" dt="2026-07-25T18:31:12.924" v="115" actId="26606"/>
          <ac:spMkLst>
            <pc:docMk/>
            <pc:sldMk cId="320307724" sldId="256"/>
            <ac:spMk id="24" creationId="{68CA250C-CF5A-4736-9249-D6111F7C5545}"/>
          </ac:spMkLst>
        </pc:spChg>
        <pc:spChg chg="add del">
          <ac:chgData name="Swati Mishra" userId="4ecbbe41-a93b-48f9-aa26-d01cbfd2c273" providerId="ADAL" clId="{66DB6158-1A18-4199-BA6D-06674FF3C921}" dt="2026-07-25T18:31:12.924" v="115" actId="26606"/>
          <ac:spMkLst>
            <pc:docMk/>
            <pc:sldMk cId="320307724" sldId="256"/>
            <ac:spMk id="26" creationId="{56610276-AEC4-4F9F-8F19-EBC8B8B8F499}"/>
          </ac:spMkLst>
        </pc:spChg>
        <pc:spChg chg="add del">
          <ac:chgData name="Swati Mishra" userId="4ecbbe41-a93b-48f9-aa26-d01cbfd2c273" providerId="ADAL" clId="{66DB6158-1A18-4199-BA6D-06674FF3C921}" dt="2026-07-25T18:37:33.385" v="194"/>
          <ac:spMkLst>
            <pc:docMk/>
            <pc:sldMk cId="320307724" sldId="256"/>
            <ac:spMk id="30" creationId="{D472C551-D440-40DF-9260-BDB9AC40960A}"/>
          </ac:spMkLst>
        </pc:spChg>
        <pc:spChg chg="add del">
          <ac:chgData name="Swati Mishra" userId="4ecbbe41-a93b-48f9-aa26-d01cbfd2c273" providerId="ADAL" clId="{66DB6158-1A18-4199-BA6D-06674FF3C921}" dt="2026-07-25T18:31:14.022" v="117" actId="26606"/>
          <ac:spMkLst>
            <pc:docMk/>
            <pc:sldMk cId="320307724" sldId="256"/>
            <ac:spMk id="32" creationId="{54F3A7E8-6DA9-4C2B-ACC8-475F34DAEA1B}"/>
          </ac:spMkLst>
        </pc:spChg>
        <pc:spChg chg="add del">
          <ac:chgData name="Swati Mishra" userId="4ecbbe41-a93b-48f9-aa26-d01cbfd2c273" providerId="ADAL" clId="{66DB6158-1A18-4199-BA6D-06674FF3C921}" dt="2026-07-25T18:31:14.022" v="117" actId="26606"/>
          <ac:spMkLst>
            <pc:docMk/>
            <pc:sldMk cId="320307724" sldId="256"/>
            <ac:spMk id="33" creationId="{5B21CDF0-4D24-4190-9285-9016C19C164F}"/>
          </ac:spMkLst>
        </pc:spChg>
        <pc:spChg chg="add del">
          <ac:chgData name="Swati Mishra" userId="4ecbbe41-a93b-48f9-aa26-d01cbfd2c273" providerId="ADAL" clId="{66DB6158-1A18-4199-BA6D-06674FF3C921}" dt="2026-07-25T18:37:33.385" v="194"/>
          <ac:spMkLst>
            <pc:docMk/>
            <pc:sldMk cId="320307724" sldId="256"/>
            <ac:spMk id="35" creationId="{508BEF50-7B1E-49A4-BC19-5F4F1D755E64}"/>
          </ac:spMkLst>
        </pc:spChg>
        <pc:spChg chg="add del">
          <ac:chgData name="Swati Mishra" userId="4ecbbe41-a93b-48f9-aa26-d01cbfd2c273" providerId="ADAL" clId="{66DB6158-1A18-4199-BA6D-06674FF3C921}" dt="2026-07-25T18:37:33.385" v="194"/>
          <ac:spMkLst>
            <pc:docMk/>
            <pc:sldMk cId="320307724" sldId="256"/>
            <ac:spMk id="36" creationId="{3FBAD350-5664-4811-A208-657FB882D350}"/>
          </ac:spMkLst>
        </pc:spChg>
        <pc:spChg chg="add del">
          <ac:chgData name="Swati Mishra" userId="4ecbbe41-a93b-48f9-aa26-d01cbfd2c273" providerId="ADAL" clId="{66DB6158-1A18-4199-BA6D-06674FF3C921}" dt="2026-07-25T18:37:33.385" v="194"/>
          <ac:spMkLst>
            <pc:docMk/>
            <pc:sldMk cId="320307724" sldId="256"/>
            <ac:spMk id="37" creationId="{C39ADB8F-D187-49D7-BDCF-C1B6DC727068}"/>
          </ac:spMkLst>
        </pc:spChg>
        <pc:spChg chg="add del">
          <ac:chgData name="Swati Mishra" userId="4ecbbe41-a93b-48f9-aa26-d01cbfd2c273" providerId="ADAL" clId="{66DB6158-1A18-4199-BA6D-06674FF3C921}" dt="2026-07-25T18:37:55.834" v="201"/>
          <ac:spMkLst>
            <pc:docMk/>
            <pc:sldMk cId="320307724" sldId="256"/>
            <ac:spMk id="38" creationId="{C885E190-58DD-42DD-A4A8-401E15C92A52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20307724" sldId="256"/>
            <ac:spMk id="39" creationId="{256A7F27-5B86-4914-90A3-E04479F8E6C8}"/>
          </ac:spMkLst>
        </pc:spChg>
        <pc:spChg chg="add del">
          <ac:chgData name="Swati Mishra" userId="4ecbbe41-a93b-48f9-aa26-d01cbfd2c273" providerId="ADAL" clId="{66DB6158-1A18-4199-BA6D-06674FF3C921}" dt="2026-07-25T18:31:20.097" v="119" actId="26606"/>
          <ac:spMkLst>
            <pc:docMk/>
            <pc:sldMk cId="320307724" sldId="256"/>
            <ac:spMk id="40" creationId="{68CA250C-CF5A-4736-9249-D6111F7C5545}"/>
          </ac:spMkLst>
        </pc:spChg>
        <pc:spChg chg="add del">
          <ac:chgData name="Swati Mishra" userId="4ecbbe41-a93b-48f9-aa26-d01cbfd2c273" providerId="ADAL" clId="{66DB6158-1A18-4199-BA6D-06674FF3C921}" dt="2026-07-25T18:31:20.097" v="119" actId="26606"/>
          <ac:spMkLst>
            <pc:docMk/>
            <pc:sldMk cId="320307724" sldId="256"/>
            <ac:spMk id="41" creationId="{56610276-AEC4-4F9F-8F19-EBC8B8B8F499}"/>
          </ac:spMkLst>
        </pc:spChg>
        <pc:spChg chg="add del">
          <ac:chgData name="Swati Mishra" userId="4ecbbe41-a93b-48f9-aa26-d01cbfd2c273" providerId="ADAL" clId="{66DB6158-1A18-4199-BA6D-06674FF3C921}" dt="2026-07-25T18:31:20.097" v="119" actId="26606"/>
          <ac:spMkLst>
            <pc:docMk/>
            <pc:sldMk cId="320307724" sldId="256"/>
            <ac:spMk id="42" creationId="{F82D9B81-57D7-4F0C-AB92-6E390E4E1DD3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20307724" sldId="256"/>
            <ac:spMk id="46" creationId="{832A30EC-2C72-4D1B-9B53-76A0601A1F4C}"/>
          </ac:spMkLst>
        </pc:spChg>
        <pc:spChg chg="add del">
          <ac:chgData name="Swati Mishra" userId="4ecbbe41-a93b-48f9-aa26-d01cbfd2c273" providerId="ADAL" clId="{66DB6158-1A18-4199-BA6D-06674FF3C921}" dt="2026-07-25T18:31:29.826" v="121" actId="26606"/>
          <ac:spMkLst>
            <pc:docMk/>
            <pc:sldMk cId="320307724" sldId="256"/>
            <ac:spMk id="47" creationId="{6E37B132-9C54-4236-8910-3340177AD9DB}"/>
          </ac:spMkLst>
        </pc:spChg>
        <pc:spChg chg="add del">
          <ac:chgData name="Swati Mishra" userId="4ecbbe41-a93b-48f9-aa26-d01cbfd2c273" providerId="ADAL" clId="{66DB6158-1A18-4199-BA6D-06674FF3C921}" dt="2026-07-25T18:31:29.826" v="121" actId="26606"/>
          <ac:spMkLst>
            <pc:docMk/>
            <pc:sldMk cId="320307724" sldId="256"/>
            <ac:spMk id="48" creationId="{D472C551-D440-40DF-9260-BDB9AC40960A}"/>
          </ac:spMkLst>
        </pc:spChg>
        <pc:spChg chg="add del">
          <ac:chgData name="Swati Mishra" userId="4ecbbe41-a93b-48f9-aa26-d01cbfd2c273" providerId="ADAL" clId="{66DB6158-1A18-4199-BA6D-06674FF3C921}" dt="2026-07-25T18:31:29.826" v="121" actId="26606"/>
          <ac:spMkLst>
            <pc:docMk/>
            <pc:sldMk cId="320307724" sldId="256"/>
            <ac:spMk id="50" creationId="{508BEF50-7B1E-49A4-BC19-5F4F1D755E64}"/>
          </ac:spMkLst>
        </pc:spChg>
        <pc:spChg chg="add del">
          <ac:chgData name="Swati Mishra" userId="4ecbbe41-a93b-48f9-aa26-d01cbfd2c273" providerId="ADAL" clId="{66DB6158-1A18-4199-BA6D-06674FF3C921}" dt="2026-07-25T18:31:29.826" v="121" actId="26606"/>
          <ac:spMkLst>
            <pc:docMk/>
            <pc:sldMk cId="320307724" sldId="256"/>
            <ac:spMk id="51" creationId="{3FBAD350-5664-4811-A208-657FB882D350}"/>
          </ac:spMkLst>
        </pc:spChg>
        <pc:spChg chg="add del">
          <ac:chgData name="Swati Mishra" userId="4ecbbe41-a93b-48f9-aa26-d01cbfd2c273" providerId="ADAL" clId="{66DB6158-1A18-4199-BA6D-06674FF3C921}" dt="2026-07-25T18:31:29.826" v="121" actId="26606"/>
          <ac:spMkLst>
            <pc:docMk/>
            <pc:sldMk cId="320307724" sldId="256"/>
            <ac:spMk id="52" creationId="{C39ADB8F-D187-49D7-BDCF-C1B6DC727068}"/>
          </ac:spMkLst>
        </pc:spChg>
        <pc:spChg chg="add del">
          <ac:chgData name="Swati Mishra" userId="4ecbbe41-a93b-48f9-aa26-d01cbfd2c273" providerId="ADAL" clId="{66DB6158-1A18-4199-BA6D-06674FF3C921}" dt="2026-07-25T18:31:31.198" v="123" actId="26606"/>
          <ac:spMkLst>
            <pc:docMk/>
            <pc:sldMk cId="320307724" sldId="256"/>
            <ac:spMk id="54" creationId="{4DA4374D-F270-4C02-88D7-B751FD9BD6BD}"/>
          </ac:spMkLst>
        </pc:spChg>
        <pc:spChg chg="add del">
          <ac:chgData name="Swati Mishra" userId="4ecbbe41-a93b-48f9-aa26-d01cbfd2c273" providerId="ADAL" clId="{66DB6158-1A18-4199-BA6D-06674FF3C921}" dt="2026-07-25T18:31:31.198" v="123" actId="26606"/>
          <ac:spMkLst>
            <pc:docMk/>
            <pc:sldMk cId="320307724" sldId="256"/>
            <ac:spMk id="55" creationId="{1ACA2EA0-FFD3-42EC-9406-B595015ED96E}"/>
          </ac:spMkLst>
        </pc:spChg>
        <pc:spChg chg="add del">
          <ac:chgData name="Swati Mishra" userId="4ecbbe41-a93b-48f9-aa26-d01cbfd2c273" providerId="ADAL" clId="{66DB6158-1A18-4199-BA6D-06674FF3C921}" dt="2026-07-25T18:31:31.198" v="123" actId="26606"/>
          <ac:spMkLst>
            <pc:docMk/>
            <pc:sldMk cId="320307724" sldId="256"/>
            <ac:spMk id="56" creationId="{D5288BCE-665C-472A-8C43-664BCFA31E43}"/>
          </ac:spMkLst>
        </pc:spChg>
        <pc:spChg chg="add del">
          <ac:chgData name="Swati Mishra" userId="4ecbbe41-a93b-48f9-aa26-d01cbfd2c273" providerId="ADAL" clId="{66DB6158-1A18-4199-BA6D-06674FF3C921}" dt="2026-07-25T18:31:31.198" v="123" actId="26606"/>
          <ac:spMkLst>
            <pc:docMk/>
            <pc:sldMk cId="320307724" sldId="256"/>
            <ac:spMk id="57" creationId="{46C57131-53A7-4C1A-BEA8-25F06A06AD29}"/>
          </ac:spMkLst>
        </pc:spChg>
        <pc:picChg chg="add del">
          <ac:chgData name="Swati Mishra" userId="4ecbbe41-a93b-48f9-aa26-d01cbfd2c273" providerId="ADAL" clId="{66DB6158-1A18-4199-BA6D-06674FF3C921}" dt="2026-07-25T18:21:11.447" v="3" actId="26606"/>
          <ac:picMkLst>
            <pc:docMk/>
            <pc:sldMk cId="320307724" sldId="256"/>
            <ac:picMk id="4" creationId="{85F2C2B3-C5C6-6618-AF52-2D259FBFC075}"/>
          </ac:picMkLst>
        </pc:picChg>
        <pc:picChg chg="add mod ord">
          <ac:chgData name="Swati Mishra" userId="4ecbbe41-a93b-48f9-aa26-d01cbfd2c273" providerId="ADAL" clId="{66DB6158-1A18-4199-BA6D-06674FF3C921}" dt="2026-07-25T18:39:14.083" v="224" actId="1076"/>
          <ac:picMkLst>
            <pc:docMk/>
            <pc:sldMk cId="320307724" sldId="256"/>
            <ac:picMk id="7" creationId="{4D9980C2-A2D0-2B21-C649-9BEA19513357}"/>
          </ac:picMkLst>
        </pc:picChg>
        <pc:picChg chg="add del">
          <ac:chgData name="Swati Mishra" userId="4ecbbe41-a93b-48f9-aa26-d01cbfd2c273" providerId="ADAL" clId="{66DB6158-1A18-4199-BA6D-06674FF3C921}" dt="2026-07-25T18:24:50.294" v="16" actId="26606"/>
          <ac:picMkLst>
            <pc:docMk/>
            <pc:sldMk cId="320307724" sldId="256"/>
            <ac:picMk id="17" creationId="{9231320C-FFB3-2222-8F51-C7B4A95900B8}"/>
          </ac:picMkLst>
        </pc:picChg>
        <pc:cxnChg chg="add del">
          <ac:chgData name="Swati Mishra" userId="4ecbbe41-a93b-48f9-aa26-d01cbfd2c273" providerId="ADAL" clId="{66DB6158-1A18-4199-BA6D-06674FF3C921}" dt="2026-07-25T18:31:10.969" v="113" actId="26606"/>
          <ac:cxnSpMkLst>
            <pc:docMk/>
            <pc:sldMk cId="320307724" sldId="256"/>
            <ac:cxnSpMk id="8" creationId="{56020367-4FD5-4596-8E10-C5F095CD8DBF}"/>
          </ac:cxnSpMkLst>
        </pc:cxnChg>
        <pc:cxnChg chg="del">
          <ac:chgData name="Swati Mishra" userId="4ecbbe41-a93b-48f9-aa26-d01cbfd2c273" providerId="ADAL" clId="{66DB6158-1A18-4199-BA6D-06674FF3C921}" dt="2026-07-25T18:37:33.385" v="194"/>
          <ac:cxnSpMkLst>
            <pc:docMk/>
            <pc:sldMk cId="320307724" sldId="256"/>
            <ac:cxnSpMk id="31" creationId="{56020367-4FD5-4596-8E10-C5F095CD8DBF}"/>
          </ac:cxnSpMkLst>
        </pc:cxnChg>
      </pc:sldChg>
      <pc:sldChg chg="addSp delSp modSp new mod setBg setClrOvrMap delDesignElem">
        <pc:chgData name="Swati Mishra" userId="4ecbbe41-a93b-48f9-aa26-d01cbfd2c273" providerId="ADAL" clId="{66DB6158-1A18-4199-BA6D-06674FF3C921}" dt="2026-07-26T15:19:07.753" v="2473" actId="20577"/>
        <pc:sldMkLst>
          <pc:docMk/>
          <pc:sldMk cId="546928768" sldId="257"/>
        </pc:sldMkLst>
        <pc:spChg chg="mod">
          <ac:chgData name="Swati Mishra" userId="4ecbbe41-a93b-48f9-aa26-d01cbfd2c273" providerId="ADAL" clId="{66DB6158-1A18-4199-BA6D-06674FF3C921}" dt="2026-07-25T22:00:37.063" v="2008"/>
          <ac:spMkLst>
            <pc:docMk/>
            <pc:sldMk cId="546928768" sldId="257"/>
            <ac:spMk id="2" creationId="{2EE02565-CBF6-27ED-AE45-6A8FF659D822}"/>
          </ac:spMkLst>
        </pc:spChg>
        <pc:spChg chg="add del mod">
          <ac:chgData name="Swati Mishra" userId="4ecbbe41-a93b-48f9-aa26-d01cbfd2c273" providerId="ADAL" clId="{66DB6158-1A18-4199-BA6D-06674FF3C921}" dt="2026-07-25T18:40:01.999" v="231" actId="26606"/>
          <ac:spMkLst>
            <pc:docMk/>
            <pc:sldMk cId="546928768" sldId="257"/>
            <ac:spMk id="3" creationId="{EEB99828-C4AA-9EA6-8D52-A7D1CC4040D9}"/>
          </ac:spMkLst>
        </pc:spChg>
        <pc:spChg chg="add del">
          <ac:chgData name="Swati Mishra" userId="4ecbbe41-a93b-48f9-aa26-d01cbfd2c273" providerId="ADAL" clId="{66DB6158-1A18-4199-BA6D-06674FF3C921}" dt="2026-07-25T18:39:55.228" v="228" actId="26606"/>
          <ac:spMkLst>
            <pc:docMk/>
            <pc:sldMk cId="546928768" sldId="257"/>
            <ac:spMk id="8" creationId="{F02F233C-123F-466C-8459-BE8E1DB5408F}"/>
          </ac:spMkLst>
        </pc:spChg>
        <pc:spChg chg="add del">
          <ac:chgData name="Swati Mishra" userId="4ecbbe41-a93b-48f9-aa26-d01cbfd2c273" providerId="ADAL" clId="{66DB6158-1A18-4199-BA6D-06674FF3C921}" dt="2026-07-25T18:40:01.992" v="230" actId="26606"/>
          <ac:spMkLst>
            <pc:docMk/>
            <pc:sldMk cId="546928768" sldId="257"/>
            <ac:spMk id="10" creationId="{06F0BB8C-8C08-44AD-9EBB-B43BE66A5B36}"/>
          </ac:spMkLst>
        </pc:spChg>
        <pc:spChg chg="add del">
          <ac:chgData name="Swati Mishra" userId="4ecbbe41-a93b-48f9-aa26-d01cbfd2c273" providerId="ADAL" clId="{66DB6158-1A18-4199-BA6D-06674FF3C921}" dt="2026-07-25T18:40:01.992" v="230" actId="26606"/>
          <ac:spMkLst>
            <pc:docMk/>
            <pc:sldMk cId="546928768" sldId="257"/>
            <ac:spMk id="11" creationId="{B6EFD219-8BCD-4714-AFB2-AA1C6CAA6550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546928768" sldId="257"/>
            <ac:spMk id="12" creationId="{1F4F8940-B1DD-45FA-A352-606F44F93FE0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546928768" sldId="257"/>
            <ac:spMk id="13" creationId="{6764E701-62D0-4B68-B902-A44BB8DAF185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546928768" sldId="257"/>
            <ac:spMk id="14" creationId="{4D9AEA4E-17C5-4819-9423-63A8CA392B88}"/>
          </ac:spMkLst>
        </pc:spChg>
        <pc:spChg chg="add mod">
          <ac:chgData name="Swati Mishra" userId="4ecbbe41-a93b-48f9-aa26-d01cbfd2c273" providerId="ADAL" clId="{66DB6158-1A18-4199-BA6D-06674FF3C921}" dt="2026-07-26T15:19:07.753" v="2473" actId="20577"/>
          <ac:spMkLst>
            <pc:docMk/>
            <pc:sldMk cId="546928768" sldId="257"/>
            <ac:spMk id="15" creationId="{EEB99828-C4AA-9EA6-8D52-A7D1CC4040D9}"/>
          </ac:spMkLst>
        </pc:spChg>
      </pc:sldChg>
      <pc:sldChg chg="modSp new del mod">
        <pc:chgData name="Swati Mishra" userId="4ecbbe41-a93b-48f9-aa26-d01cbfd2c273" providerId="ADAL" clId="{66DB6158-1A18-4199-BA6D-06674FF3C921}" dt="2026-07-25T18:39:39.321" v="225" actId="2696"/>
        <pc:sldMkLst>
          <pc:docMk/>
          <pc:sldMk cId="1909582717" sldId="257"/>
        </pc:sldMkLst>
        <pc:spChg chg="mod">
          <ac:chgData name="Swati Mishra" userId="4ecbbe41-a93b-48f9-aa26-d01cbfd2c273" providerId="ADAL" clId="{66DB6158-1A18-4199-BA6D-06674FF3C921}" dt="2026-07-25T18:38:27.318" v="202"/>
          <ac:spMkLst>
            <pc:docMk/>
            <pc:sldMk cId="1909582717" sldId="257"/>
            <ac:spMk id="2" creationId="{01CFF407-5F41-60DD-4672-B8A8292A91CE}"/>
          </ac:spMkLst>
        </pc:spChg>
        <pc:spChg chg="mod">
          <ac:chgData name="Swati Mishra" userId="4ecbbe41-a93b-48f9-aa26-d01cbfd2c273" providerId="ADAL" clId="{66DB6158-1A18-4199-BA6D-06674FF3C921}" dt="2026-07-25T18:38:27.318" v="202"/>
          <ac:spMkLst>
            <pc:docMk/>
            <pc:sldMk cId="1909582717" sldId="257"/>
            <ac:spMk id="3" creationId="{9F232911-C747-9922-E0C1-3760F7540D32}"/>
          </ac:spMkLst>
        </pc:spChg>
      </pc:sldChg>
      <pc:sldChg chg="addSp delSp modSp new mod setBg delDesignElem">
        <pc:chgData name="Swati Mishra" userId="4ecbbe41-a93b-48f9-aa26-d01cbfd2c273" providerId="ADAL" clId="{66DB6158-1A18-4199-BA6D-06674FF3C921}" dt="2026-07-25T23:18:46.218" v="2220" actId="14100"/>
        <pc:sldMkLst>
          <pc:docMk/>
          <pc:sldMk cId="3973492455" sldId="258"/>
        </pc:sldMkLst>
        <pc:spChg chg="mod">
          <ac:chgData name="Swati Mishra" userId="4ecbbe41-a93b-48f9-aa26-d01cbfd2c273" providerId="ADAL" clId="{66DB6158-1A18-4199-BA6D-06674FF3C921}" dt="2026-07-25T23:18:46.218" v="2220" actId="14100"/>
          <ac:spMkLst>
            <pc:docMk/>
            <pc:sldMk cId="3973492455" sldId="258"/>
            <ac:spMk id="2" creationId="{A6E5D930-B6C7-C134-93C1-9807C121AAE1}"/>
          </ac:spMkLst>
        </pc:spChg>
        <pc:spChg chg="mod">
          <ac:chgData name="Swati Mishra" userId="4ecbbe41-a93b-48f9-aa26-d01cbfd2c273" providerId="ADAL" clId="{66DB6158-1A18-4199-BA6D-06674FF3C921}" dt="2026-07-25T22:01:12.946" v="2023" actId="113"/>
          <ac:spMkLst>
            <pc:docMk/>
            <pc:sldMk cId="3973492455" sldId="258"/>
            <ac:spMk id="3" creationId="{E10B4D3A-64E6-046D-7DCF-E28D2FA69EDB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973492455" sldId="258"/>
            <ac:spMk id="8" creationId="{F02F233C-123F-466C-8459-BE8E1DB5408F}"/>
          </ac:spMkLst>
        </pc:spChg>
      </pc:sldChg>
      <pc:sldChg chg="addSp delSp modSp new mod setBg setClrOvrMap delDesignElem">
        <pc:chgData name="Swati Mishra" userId="4ecbbe41-a93b-48f9-aa26-d01cbfd2c273" providerId="ADAL" clId="{66DB6158-1A18-4199-BA6D-06674FF3C921}" dt="2026-07-25T22:27:06.757" v="2148" actId="313"/>
        <pc:sldMkLst>
          <pc:docMk/>
          <pc:sldMk cId="839694768" sldId="259"/>
        </pc:sldMkLst>
        <pc:spChg chg="mod">
          <ac:chgData name="Swati Mishra" userId="4ecbbe41-a93b-48f9-aa26-d01cbfd2c273" providerId="ADAL" clId="{66DB6158-1A18-4199-BA6D-06674FF3C921}" dt="2026-07-25T22:27:06.757" v="2148" actId="313"/>
          <ac:spMkLst>
            <pc:docMk/>
            <pc:sldMk cId="839694768" sldId="259"/>
            <ac:spMk id="2" creationId="{8F6BC547-F083-09DC-69F3-A4833231E303}"/>
          </ac:spMkLst>
        </pc:spChg>
        <pc:spChg chg="mod">
          <ac:chgData name="Swati Mishra" userId="4ecbbe41-a93b-48f9-aa26-d01cbfd2c273" providerId="ADAL" clId="{66DB6158-1A18-4199-BA6D-06674FF3C921}" dt="2026-07-25T22:01:33.080" v="2025" actId="255"/>
          <ac:spMkLst>
            <pc:docMk/>
            <pc:sldMk cId="839694768" sldId="259"/>
            <ac:spMk id="3" creationId="{318D85C7-92E1-8528-5A69-E76596564761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839694768" sldId="259"/>
            <ac:spMk id="8" creationId="{6764E701-62D0-4B68-B902-A44BB8DAF185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839694768" sldId="259"/>
            <ac:spMk id="10" creationId="{4D9AEA4E-17C5-4819-9423-63A8CA392B88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839694768" sldId="259"/>
            <ac:spMk id="12" creationId="{1F4F8940-B1DD-45FA-A352-606F44F93FE0}"/>
          </ac:spMkLst>
        </pc:spChg>
      </pc:sldChg>
      <pc:sldChg chg="addSp delSp modSp add mod setBg delDesignElem">
        <pc:chgData name="Swati Mishra" userId="4ecbbe41-a93b-48f9-aa26-d01cbfd2c273" providerId="ADAL" clId="{66DB6158-1A18-4199-BA6D-06674FF3C921}" dt="2026-07-26T15:29:12.226" v="2474" actId="20577"/>
        <pc:sldMkLst>
          <pc:docMk/>
          <pc:sldMk cId="3560896514" sldId="260"/>
        </pc:sldMkLst>
        <pc:spChg chg="mod">
          <ac:chgData name="Swati Mishra" userId="4ecbbe41-a93b-48f9-aa26-d01cbfd2c273" providerId="ADAL" clId="{66DB6158-1A18-4199-BA6D-06674FF3C921}" dt="2026-07-25T18:55:29.311" v="1031" actId="313"/>
          <ac:spMkLst>
            <pc:docMk/>
            <pc:sldMk cId="3560896514" sldId="260"/>
            <ac:spMk id="2" creationId="{7ABF5B22-71B5-246E-7EA7-A6A2B675F85C}"/>
          </ac:spMkLst>
        </pc:spChg>
        <pc:spChg chg="mod">
          <ac:chgData name="Swati Mishra" userId="4ecbbe41-a93b-48f9-aa26-d01cbfd2c273" providerId="ADAL" clId="{66DB6158-1A18-4199-BA6D-06674FF3C921}" dt="2026-07-26T15:29:12.226" v="2474" actId="20577"/>
          <ac:spMkLst>
            <pc:docMk/>
            <pc:sldMk cId="3560896514" sldId="260"/>
            <ac:spMk id="3" creationId="{A322FD8A-92CB-CB9A-6E44-EE52FCE3381E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560896514" sldId="260"/>
            <ac:spMk id="8" creationId="{2DE7FAFD-9ABD-9FEE-C992-099F8C30B6FD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560896514" sldId="260"/>
            <ac:spMk id="10" creationId="{C93DDC35-70D5-D7E0-B06B-DC5321BB12EF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560896514" sldId="260"/>
            <ac:spMk id="12" creationId="{B467A7B5-1752-77EB-D53D-1D6894988735}"/>
          </ac:spMkLst>
        </pc:spChg>
      </pc:sldChg>
      <pc:sldChg chg="addSp delSp modSp add mod setBg delDesignElem">
        <pc:chgData name="Swati Mishra" userId="4ecbbe41-a93b-48f9-aa26-d01cbfd2c273" providerId="ADAL" clId="{66DB6158-1A18-4199-BA6D-06674FF3C921}" dt="2026-07-25T21:55:52.323" v="1832"/>
        <pc:sldMkLst>
          <pc:docMk/>
          <pc:sldMk cId="1768374823" sldId="261"/>
        </pc:sldMkLst>
        <pc:spChg chg="mod">
          <ac:chgData name="Swati Mishra" userId="4ecbbe41-a93b-48f9-aa26-d01cbfd2c273" providerId="ADAL" clId="{66DB6158-1A18-4199-BA6D-06674FF3C921}" dt="2026-07-25T18:58:21.538" v="1080" actId="14100"/>
          <ac:spMkLst>
            <pc:docMk/>
            <pc:sldMk cId="1768374823" sldId="261"/>
            <ac:spMk id="2" creationId="{49C2A10B-8338-1435-8BA9-CA2AC63DD23B}"/>
          </ac:spMkLst>
        </pc:spChg>
        <pc:spChg chg="del mod">
          <ac:chgData name="Swati Mishra" userId="4ecbbe41-a93b-48f9-aa26-d01cbfd2c273" providerId="ADAL" clId="{66DB6158-1A18-4199-BA6D-06674FF3C921}" dt="2026-07-25T18:57:16.853" v="1073" actId="478"/>
          <ac:spMkLst>
            <pc:docMk/>
            <pc:sldMk cId="1768374823" sldId="261"/>
            <ac:spMk id="3" creationId="{33B2D217-E2C0-B355-937A-9438B28D7D7E}"/>
          </ac:spMkLst>
        </pc:spChg>
        <pc:spChg chg="del">
          <ac:chgData name="Swati Mishra" userId="4ecbbe41-a93b-48f9-aa26-d01cbfd2c273" providerId="ADAL" clId="{66DB6158-1A18-4199-BA6D-06674FF3C921}" dt="2026-07-25T18:57:33.344" v="1074" actId="26606"/>
          <ac:spMkLst>
            <pc:docMk/>
            <pc:sldMk cId="1768374823" sldId="261"/>
            <ac:spMk id="8" creationId="{EC9EBC44-432E-613A-163D-1F5B45EFA182}"/>
          </ac:spMkLst>
        </pc:spChg>
        <pc:spChg chg="del">
          <ac:chgData name="Swati Mishra" userId="4ecbbe41-a93b-48f9-aa26-d01cbfd2c273" providerId="ADAL" clId="{66DB6158-1A18-4199-BA6D-06674FF3C921}" dt="2026-07-25T18:57:33.344" v="1074" actId="26606"/>
          <ac:spMkLst>
            <pc:docMk/>
            <pc:sldMk cId="1768374823" sldId="261"/>
            <ac:spMk id="10" creationId="{10BBABD1-6021-0753-A184-C31B6C0677CC}"/>
          </ac:spMkLst>
        </pc:spChg>
        <pc:spChg chg="del">
          <ac:chgData name="Swati Mishra" userId="4ecbbe41-a93b-48f9-aa26-d01cbfd2c273" providerId="ADAL" clId="{66DB6158-1A18-4199-BA6D-06674FF3C921}" dt="2026-07-25T18:57:33.344" v="1074" actId="26606"/>
          <ac:spMkLst>
            <pc:docMk/>
            <pc:sldMk cId="1768374823" sldId="261"/>
            <ac:spMk id="12" creationId="{A641048A-1586-05A5-91D3-191F08D5796C}"/>
          </ac:spMkLst>
        </pc:spChg>
        <pc:spChg chg="add del">
          <ac:chgData name="Swati Mishra" userId="4ecbbe41-a93b-48f9-aa26-d01cbfd2c273" providerId="ADAL" clId="{66DB6158-1A18-4199-BA6D-06674FF3C921}" dt="2026-07-25T18:58:06.678" v="1077" actId="26606"/>
          <ac:spMkLst>
            <pc:docMk/>
            <pc:sldMk cId="1768374823" sldId="261"/>
            <ac:spMk id="19" creationId="{B1837CB0-4F29-4E03-BEC4-55C6733B9C52}"/>
          </ac:spMkLst>
        </pc:spChg>
        <pc:spChg chg="add del">
          <ac:chgData name="Swati Mishra" userId="4ecbbe41-a93b-48f9-aa26-d01cbfd2c273" providerId="ADAL" clId="{66DB6158-1A18-4199-BA6D-06674FF3C921}" dt="2026-07-25T18:58:06.678" v="1077" actId="26606"/>
          <ac:spMkLst>
            <pc:docMk/>
            <pc:sldMk cId="1768374823" sldId="261"/>
            <ac:spMk id="21" creationId="{F0771D68-E8BF-4D31-ADBB-CE99B19F23EF}"/>
          </ac:spMkLst>
        </pc:spChg>
        <pc:spChg chg="add del">
          <ac:chgData name="Swati Mishra" userId="4ecbbe41-a93b-48f9-aa26-d01cbfd2c273" providerId="ADAL" clId="{66DB6158-1A18-4199-BA6D-06674FF3C921}" dt="2026-07-25T18:58:06.678" v="1077" actId="26606"/>
          <ac:spMkLst>
            <pc:docMk/>
            <pc:sldMk cId="1768374823" sldId="261"/>
            <ac:spMk id="23" creationId="{7D4DBD54-1DE0-451E-9FDE-4116146F1C73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1768374823" sldId="261"/>
            <ac:spMk id="28" creationId="{5C821777-3A3B-437E-B5C1-FBC7B0F48C56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1768374823" sldId="261"/>
            <ac:spMk id="30" creationId="{A31AD40C-CE73-4162-8681-421B8AF943A2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1768374823" sldId="261"/>
            <ac:spMk id="32" creationId="{707A3B9D-B1BA-4989-A535-1A6D8D402CC6}"/>
          </ac:spMkLst>
        </pc:spChg>
        <pc:picChg chg="add mod">
          <ac:chgData name="Swati Mishra" userId="4ecbbe41-a93b-48f9-aa26-d01cbfd2c273" providerId="ADAL" clId="{66DB6158-1A18-4199-BA6D-06674FF3C921}" dt="2026-07-25T18:58:06.678" v="1077" actId="26606"/>
          <ac:picMkLst>
            <pc:docMk/>
            <pc:sldMk cId="1768374823" sldId="261"/>
            <ac:picMk id="16" creationId="{427B7EB1-310F-6F93-13FA-44FD69CEF805}"/>
          </ac:picMkLst>
        </pc:picChg>
      </pc:sldChg>
      <pc:sldChg chg="addSp delSp modSp new mod setBg setClrOvrMap delDesignElem">
        <pc:chgData name="Swati Mishra" userId="4ecbbe41-a93b-48f9-aa26-d01cbfd2c273" providerId="ADAL" clId="{66DB6158-1A18-4199-BA6D-06674FF3C921}" dt="2026-07-25T21:55:52.323" v="1832"/>
        <pc:sldMkLst>
          <pc:docMk/>
          <pc:sldMk cId="343911029" sldId="262"/>
        </pc:sldMkLst>
        <pc:spChg chg="mod">
          <ac:chgData name="Swati Mishra" userId="4ecbbe41-a93b-48f9-aa26-d01cbfd2c273" providerId="ADAL" clId="{66DB6158-1A18-4199-BA6D-06674FF3C921}" dt="2026-07-25T19:00:02.233" v="1106" actId="404"/>
          <ac:spMkLst>
            <pc:docMk/>
            <pc:sldMk cId="343911029" sldId="262"/>
            <ac:spMk id="2" creationId="{A324412F-1EA9-C033-20C5-FB73398724EF}"/>
          </ac:spMkLst>
        </pc:spChg>
        <pc:spChg chg="mod">
          <ac:chgData name="Swati Mishra" userId="4ecbbe41-a93b-48f9-aa26-d01cbfd2c273" providerId="ADAL" clId="{66DB6158-1A18-4199-BA6D-06674FF3C921}" dt="2026-07-25T18:59:49.620" v="1099" actId="14100"/>
          <ac:spMkLst>
            <pc:docMk/>
            <pc:sldMk cId="343911029" sldId="262"/>
            <ac:spMk id="3" creationId="{F1DE20D3-E5E8-9715-36C6-AB06F0FFCCCC}"/>
          </ac:spMkLst>
        </pc:spChg>
        <pc:spChg chg="add del">
          <ac:chgData name="Swati Mishra" userId="4ecbbe41-a93b-48f9-aa26-d01cbfd2c273" providerId="ADAL" clId="{66DB6158-1A18-4199-BA6D-06674FF3C921}" dt="2026-07-25T18:59:00.846" v="1083" actId="26606"/>
          <ac:spMkLst>
            <pc:docMk/>
            <pc:sldMk cId="343911029" sldId="262"/>
            <ac:spMk id="8" creationId="{570F171F-BF9B-48C5-9DC7-FFF9CF4DD093}"/>
          </ac:spMkLst>
        </pc:spChg>
        <pc:spChg chg="add del">
          <ac:chgData name="Swati Mishra" userId="4ecbbe41-a93b-48f9-aa26-d01cbfd2c273" providerId="ADAL" clId="{66DB6158-1A18-4199-BA6D-06674FF3C921}" dt="2026-07-25T18:59:22.719" v="1085" actId="26606"/>
          <ac:spMkLst>
            <pc:docMk/>
            <pc:sldMk cId="343911029" sldId="262"/>
            <ac:spMk id="12" creationId="{3BFBA67F-0D4D-4C2E-A1D7-82D080A4B3AD}"/>
          </ac:spMkLst>
        </pc:spChg>
        <pc:spChg chg="add del">
          <ac:chgData name="Swati Mishra" userId="4ecbbe41-a93b-48f9-aa26-d01cbfd2c273" providerId="ADAL" clId="{66DB6158-1A18-4199-BA6D-06674FF3C921}" dt="2026-07-25T18:59:22.719" v="1085" actId="26606"/>
          <ac:spMkLst>
            <pc:docMk/>
            <pc:sldMk cId="343911029" sldId="262"/>
            <ac:spMk id="13" creationId="{EFA2AC96-1E47-421C-A03F-F98E354EB4E6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43911029" sldId="262"/>
            <ac:spMk id="15" creationId="{570F171F-BF9B-48C5-9DC7-FFF9CF4DD093}"/>
          </ac:spMkLst>
        </pc:spChg>
        <pc:cxnChg chg="add del">
          <ac:chgData name="Swati Mishra" userId="4ecbbe41-a93b-48f9-aa26-d01cbfd2c273" providerId="ADAL" clId="{66DB6158-1A18-4199-BA6D-06674FF3C921}" dt="2026-07-25T18:59:00.846" v="1083" actId="26606"/>
          <ac:cxnSpMkLst>
            <pc:docMk/>
            <pc:sldMk cId="343911029" sldId="262"/>
            <ac:cxnSpMk id="10" creationId="{69E8FF8A-7BA5-48E8-AA6E-85EC29AFDA91}"/>
          </ac:cxnSpMkLst>
        </pc:cxnChg>
        <pc:cxnChg chg="add del">
          <ac:chgData name="Swati Mishra" userId="4ecbbe41-a93b-48f9-aa26-d01cbfd2c273" providerId="ADAL" clId="{66DB6158-1A18-4199-BA6D-06674FF3C921}" dt="2026-07-25T21:55:52.323" v="1832"/>
          <ac:cxnSpMkLst>
            <pc:docMk/>
            <pc:sldMk cId="343911029" sldId="262"/>
            <ac:cxnSpMk id="16" creationId="{69E8FF8A-7BA5-48E8-AA6E-85EC29AFDA91}"/>
          </ac:cxnSpMkLst>
        </pc:cxnChg>
      </pc:sldChg>
      <pc:sldChg chg="addSp delSp modSp new mod setBg setClrOvrMap delDesignElem">
        <pc:chgData name="Swati Mishra" userId="4ecbbe41-a93b-48f9-aa26-d01cbfd2c273" providerId="ADAL" clId="{66DB6158-1A18-4199-BA6D-06674FF3C921}" dt="2026-07-25T21:56:58.178" v="1872" actId="20577"/>
        <pc:sldMkLst>
          <pc:docMk/>
          <pc:sldMk cId="711710912" sldId="263"/>
        </pc:sldMkLst>
        <pc:spChg chg="mod">
          <ac:chgData name="Swati Mishra" userId="4ecbbe41-a93b-48f9-aa26-d01cbfd2c273" providerId="ADAL" clId="{66DB6158-1A18-4199-BA6D-06674FF3C921}" dt="2026-07-25T21:56:58.178" v="1872" actId="20577"/>
          <ac:spMkLst>
            <pc:docMk/>
            <pc:sldMk cId="711710912" sldId="263"/>
            <ac:spMk id="2" creationId="{5DCFAB39-FDC6-D913-654C-F7A7FD0B9968}"/>
          </ac:spMkLst>
        </pc:spChg>
        <pc:spChg chg="mod">
          <ac:chgData name="Swati Mishra" userId="4ecbbe41-a93b-48f9-aa26-d01cbfd2c273" providerId="ADAL" clId="{66DB6158-1A18-4199-BA6D-06674FF3C921}" dt="2026-07-25T19:02:12.625" v="1167" actId="20577"/>
          <ac:spMkLst>
            <pc:docMk/>
            <pc:sldMk cId="711710912" sldId="263"/>
            <ac:spMk id="3" creationId="{8658FBC7-B6FA-B288-F906-552C8643362C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711710912" sldId="263"/>
            <ac:spMk id="8" creationId="{6764E701-62D0-4B68-B902-A44BB8DAF185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711710912" sldId="263"/>
            <ac:spMk id="10" creationId="{4D9AEA4E-17C5-4819-9423-63A8CA392B88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711710912" sldId="263"/>
            <ac:spMk id="12" creationId="{1F4F8940-B1DD-45FA-A352-606F44F93FE0}"/>
          </ac:spMkLst>
        </pc:spChg>
      </pc:sldChg>
      <pc:sldChg chg="new del">
        <pc:chgData name="Swati Mishra" userId="4ecbbe41-a93b-48f9-aa26-d01cbfd2c273" providerId="ADAL" clId="{66DB6158-1A18-4199-BA6D-06674FF3C921}" dt="2026-07-25T19:00:09.729" v="1108" actId="47"/>
        <pc:sldMkLst>
          <pc:docMk/>
          <pc:sldMk cId="2579218439" sldId="263"/>
        </pc:sldMkLst>
      </pc:sldChg>
      <pc:sldChg chg="modSp add del mod">
        <pc:chgData name="Swati Mishra" userId="4ecbbe41-a93b-48f9-aa26-d01cbfd2c273" providerId="ADAL" clId="{66DB6158-1A18-4199-BA6D-06674FF3C921}" dt="2026-07-25T21:12:32.652" v="1228" actId="2696"/>
        <pc:sldMkLst>
          <pc:docMk/>
          <pc:sldMk cId="2764605760" sldId="264"/>
        </pc:sldMkLst>
        <pc:spChg chg="mod">
          <ac:chgData name="Swati Mishra" userId="4ecbbe41-a93b-48f9-aa26-d01cbfd2c273" providerId="ADAL" clId="{66DB6158-1A18-4199-BA6D-06674FF3C921}" dt="2026-07-25T19:02:24.639" v="1180" actId="20577"/>
          <ac:spMkLst>
            <pc:docMk/>
            <pc:sldMk cId="2764605760" sldId="264"/>
            <ac:spMk id="2" creationId="{5481A498-690A-F171-9AFC-D9AB7927FAF6}"/>
          </ac:spMkLst>
        </pc:spChg>
        <pc:spChg chg="mod">
          <ac:chgData name="Swati Mishra" userId="4ecbbe41-a93b-48f9-aa26-d01cbfd2c273" providerId="ADAL" clId="{66DB6158-1A18-4199-BA6D-06674FF3C921}" dt="2026-07-25T19:03:56.471" v="1192" actId="108"/>
          <ac:spMkLst>
            <pc:docMk/>
            <pc:sldMk cId="2764605760" sldId="264"/>
            <ac:spMk id="3" creationId="{32B5153A-CF73-9BFB-61A9-B48C54C1605E}"/>
          </ac:spMkLst>
        </pc:spChg>
      </pc:sldChg>
      <pc:sldChg chg="addSp delSp modSp new mod ord setBg setClrOvrMap delDesignElem">
        <pc:chgData name="Swati Mishra" userId="4ecbbe41-a93b-48f9-aa26-d01cbfd2c273" providerId="ADAL" clId="{66DB6158-1A18-4199-BA6D-06674FF3C921}" dt="2026-07-26T15:17:56.334" v="2471"/>
        <pc:sldMkLst>
          <pc:docMk/>
          <pc:sldMk cId="397872167" sldId="265"/>
        </pc:sldMkLst>
        <pc:spChg chg="mod">
          <ac:chgData name="Swati Mishra" userId="4ecbbe41-a93b-48f9-aa26-d01cbfd2c273" providerId="ADAL" clId="{66DB6158-1A18-4199-BA6D-06674FF3C921}" dt="2026-07-25T21:57:07.500" v="1874" actId="1076"/>
          <ac:spMkLst>
            <pc:docMk/>
            <pc:sldMk cId="397872167" sldId="265"/>
            <ac:spMk id="2" creationId="{7E72B533-6A16-FA41-7A23-26DA0B207F1A}"/>
          </ac:spMkLst>
        </pc:spChg>
        <pc:spChg chg="del">
          <ac:chgData name="Swati Mishra" userId="4ecbbe41-a93b-48f9-aa26-d01cbfd2c273" providerId="ADAL" clId="{66DB6158-1A18-4199-BA6D-06674FF3C921}" dt="2026-07-25T20:32:03.933" v="1195"/>
          <ac:spMkLst>
            <pc:docMk/>
            <pc:sldMk cId="397872167" sldId="265"/>
            <ac:spMk id="3" creationId="{208B115D-C281-7553-FB63-592DDC8DBDF6}"/>
          </ac:spMkLst>
        </pc:spChg>
        <pc:spChg chg="add del">
          <ac:chgData name="Swati Mishra" userId="4ecbbe41-a93b-48f9-aa26-d01cbfd2c273" providerId="ADAL" clId="{66DB6158-1A18-4199-BA6D-06674FF3C921}" dt="2026-07-25T20:32:34.413" v="1201" actId="478"/>
          <ac:spMkLst>
            <pc:docMk/>
            <pc:sldMk cId="397872167" sldId="265"/>
            <ac:spMk id="6" creationId="{577C64E9-68FB-07EA-B277-749E7F12D39D}"/>
          </ac:spMkLst>
        </pc:spChg>
        <pc:spChg chg="add del">
          <ac:chgData name="Swati Mishra" userId="4ecbbe41-a93b-48f9-aa26-d01cbfd2c273" providerId="ADAL" clId="{66DB6158-1A18-4199-BA6D-06674FF3C921}" dt="2026-07-25T20:32:18.934" v="1198" actId="26606"/>
          <ac:spMkLst>
            <pc:docMk/>
            <pc:sldMk cId="397872167" sldId="265"/>
            <ac:spMk id="9" creationId="{EFA2AC96-1E47-421C-A03F-F98E354EB4E6}"/>
          </ac:spMkLst>
        </pc:spChg>
        <pc:spChg chg="add del">
          <ac:chgData name="Swati Mishra" userId="4ecbbe41-a93b-48f9-aa26-d01cbfd2c273" providerId="ADAL" clId="{66DB6158-1A18-4199-BA6D-06674FF3C921}" dt="2026-07-25T21:37:36.911" v="1247" actId="26606"/>
          <ac:spMkLst>
            <pc:docMk/>
            <pc:sldMk cId="397872167" sldId="265"/>
            <ac:spMk id="12" creationId="{B1007713-5891-46A9-BACA-FAD760FE2353}"/>
          </ac:spMkLst>
        </pc:spChg>
        <pc:spChg chg="add del">
          <ac:chgData name="Swati Mishra" userId="4ecbbe41-a93b-48f9-aa26-d01cbfd2c273" providerId="ADAL" clId="{66DB6158-1A18-4199-BA6D-06674FF3C921}" dt="2026-07-25T21:37:36.911" v="1247" actId="26606"/>
          <ac:spMkLst>
            <pc:docMk/>
            <pc:sldMk cId="397872167" sldId="265"/>
            <ac:spMk id="14" creationId="{74BB6AA7-7EAD-4D3B-9335-B6E8BD7E6891}"/>
          </ac:spMkLst>
        </pc:spChg>
        <pc:spChg chg="add del">
          <ac:chgData name="Swati Mishra" userId="4ecbbe41-a93b-48f9-aa26-d01cbfd2c273" providerId="ADAL" clId="{66DB6158-1A18-4199-BA6D-06674FF3C921}" dt="2026-07-25T21:40:26.319" v="1286" actId="26606"/>
          <ac:spMkLst>
            <pc:docMk/>
            <pc:sldMk cId="397872167" sldId="265"/>
            <ac:spMk id="19" creationId="{5C821777-3A3B-437E-B5C1-FBC7B0F48C56}"/>
          </ac:spMkLst>
        </pc:spChg>
        <pc:spChg chg="add del">
          <ac:chgData name="Swati Mishra" userId="4ecbbe41-a93b-48f9-aa26-d01cbfd2c273" providerId="ADAL" clId="{66DB6158-1A18-4199-BA6D-06674FF3C921}" dt="2026-07-25T21:40:26.319" v="1286" actId="26606"/>
          <ac:spMkLst>
            <pc:docMk/>
            <pc:sldMk cId="397872167" sldId="265"/>
            <ac:spMk id="21" creationId="{A31AD40C-CE73-4162-8681-421B8AF943A2}"/>
          </ac:spMkLst>
        </pc:spChg>
        <pc:spChg chg="add del">
          <ac:chgData name="Swati Mishra" userId="4ecbbe41-a93b-48f9-aa26-d01cbfd2c273" providerId="ADAL" clId="{66DB6158-1A18-4199-BA6D-06674FF3C921}" dt="2026-07-25T21:40:26.319" v="1286" actId="26606"/>
          <ac:spMkLst>
            <pc:docMk/>
            <pc:sldMk cId="397872167" sldId="265"/>
            <ac:spMk id="23" creationId="{707A3B9D-B1BA-4989-A535-1A6D8D402CC6}"/>
          </ac:spMkLst>
        </pc:spChg>
        <pc:spChg chg="add del">
          <ac:chgData name="Swati Mishra" userId="4ecbbe41-a93b-48f9-aa26-d01cbfd2c273" providerId="ADAL" clId="{66DB6158-1A18-4199-BA6D-06674FF3C921}" dt="2026-07-25T21:40:26.295" v="1285" actId="26606"/>
          <ac:spMkLst>
            <pc:docMk/>
            <pc:sldMk cId="397872167" sldId="265"/>
            <ac:spMk id="25" creationId="{0A760627-7F98-49F3-99E6-ED04C739B232}"/>
          </ac:spMkLst>
        </pc:spChg>
        <pc:spChg chg="add del">
          <ac:chgData name="Swati Mishra" userId="4ecbbe41-a93b-48f9-aa26-d01cbfd2c273" providerId="ADAL" clId="{66DB6158-1A18-4199-BA6D-06674FF3C921}" dt="2026-07-25T21:40:26.295" v="1285" actId="26606"/>
          <ac:spMkLst>
            <pc:docMk/>
            <pc:sldMk cId="397872167" sldId="265"/>
            <ac:spMk id="26" creationId="{D1F88FD4-9011-4A6F-AB39-4DE7E445FC21}"/>
          </ac:spMkLst>
        </pc:spChg>
        <pc:spChg chg="add del">
          <ac:chgData name="Swati Mishra" userId="4ecbbe41-a93b-48f9-aa26-d01cbfd2c273" providerId="ADAL" clId="{66DB6158-1A18-4199-BA6D-06674FF3C921}" dt="2026-07-25T21:40:20.179" v="1279" actId="26606"/>
          <ac:spMkLst>
            <pc:docMk/>
            <pc:sldMk cId="397872167" sldId="265"/>
            <ac:spMk id="28" creationId="{5C821777-3A3B-437E-B5C1-FBC7B0F48C56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97872167" sldId="265"/>
            <ac:spMk id="29" creationId="{5C821777-3A3B-437E-B5C1-FBC7B0F48C56}"/>
          </ac:spMkLst>
        </pc:spChg>
        <pc:spChg chg="add del">
          <ac:chgData name="Swati Mishra" userId="4ecbbe41-a93b-48f9-aa26-d01cbfd2c273" providerId="ADAL" clId="{66DB6158-1A18-4199-BA6D-06674FF3C921}" dt="2026-07-25T21:40:20.179" v="1279" actId="26606"/>
          <ac:spMkLst>
            <pc:docMk/>
            <pc:sldMk cId="397872167" sldId="265"/>
            <ac:spMk id="30" creationId="{A31AD40C-CE73-4162-8681-421B8AF943A2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97872167" sldId="265"/>
            <ac:spMk id="31" creationId="{A31AD40C-CE73-4162-8681-421B8AF943A2}"/>
          </ac:spMkLst>
        </pc:spChg>
        <pc:spChg chg="add del">
          <ac:chgData name="Swati Mishra" userId="4ecbbe41-a93b-48f9-aa26-d01cbfd2c273" providerId="ADAL" clId="{66DB6158-1A18-4199-BA6D-06674FF3C921}" dt="2026-07-25T21:40:20.179" v="1279" actId="26606"/>
          <ac:spMkLst>
            <pc:docMk/>
            <pc:sldMk cId="397872167" sldId="265"/>
            <ac:spMk id="32" creationId="{707A3B9D-B1BA-4989-A535-1A6D8D402CC6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97872167" sldId="265"/>
            <ac:spMk id="33" creationId="{707A3B9D-B1BA-4989-A535-1A6D8D402CC6}"/>
          </ac:spMkLst>
        </pc:spChg>
        <pc:graphicFrameChg chg="add del mod modGraphic">
          <ac:chgData name="Swati Mishra" userId="4ecbbe41-a93b-48f9-aa26-d01cbfd2c273" providerId="ADAL" clId="{66DB6158-1A18-4199-BA6D-06674FF3C921}" dt="2026-07-25T20:32:31.689" v="1200" actId="26606"/>
          <ac:graphicFrameMkLst>
            <pc:docMk/>
            <pc:sldMk cId="397872167" sldId="265"/>
            <ac:graphicFrameMk id="4" creationId="{7267186C-386F-720C-FF7B-A0ED79F4A8BB}"/>
          </ac:graphicFrameMkLst>
        </pc:graphicFrameChg>
        <pc:graphicFrameChg chg="add mod modGraphic">
          <ac:chgData name="Swati Mishra" userId="4ecbbe41-a93b-48f9-aa26-d01cbfd2c273" providerId="ADAL" clId="{66DB6158-1A18-4199-BA6D-06674FF3C921}" dt="2026-07-25T22:31:01.626" v="2215" actId="113"/>
          <ac:graphicFrameMkLst>
            <pc:docMk/>
            <pc:sldMk cId="397872167" sldId="265"/>
            <ac:graphicFrameMk id="7" creationId="{7267186C-386F-720C-FF7B-A0ED79F4A8BB}"/>
          </ac:graphicFrameMkLst>
        </pc:graphicFrameChg>
      </pc:sldChg>
      <pc:sldChg chg="addSp delSp modSp new mod setBg setClrOvrMap delDesignElem">
        <pc:chgData name="Swati Mishra" userId="4ecbbe41-a93b-48f9-aa26-d01cbfd2c273" providerId="ADAL" clId="{66DB6158-1A18-4199-BA6D-06674FF3C921}" dt="2026-07-25T21:55:52.323" v="1832"/>
        <pc:sldMkLst>
          <pc:docMk/>
          <pc:sldMk cId="3282049289" sldId="266"/>
        </pc:sldMkLst>
        <pc:spChg chg="mod">
          <ac:chgData name="Swati Mishra" userId="4ecbbe41-a93b-48f9-aa26-d01cbfd2c273" providerId="ADAL" clId="{66DB6158-1A18-4199-BA6D-06674FF3C921}" dt="2026-07-25T21:40:34.287" v="1289" actId="26606"/>
          <ac:spMkLst>
            <pc:docMk/>
            <pc:sldMk cId="3282049289" sldId="266"/>
            <ac:spMk id="2" creationId="{6C83DDA5-CDFB-55FF-7659-0AF195171339}"/>
          </ac:spMkLst>
        </pc:spChg>
        <pc:spChg chg="del mod">
          <ac:chgData name="Swati Mishra" userId="4ecbbe41-a93b-48f9-aa26-d01cbfd2c273" providerId="ADAL" clId="{66DB6158-1A18-4199-BA6D-06674FF3C921}" dt="2026-07-25T21:36:02.135" v="1233" actId="26606"/>
          <ac:spMkLst>
            <pc:docMk/>
            <pc:sldMk cId="3282049289" sldId="266"/>
            <ac:spMk id="3" creationId="{37E8F317-02F7-87D3-C31C-F7397B4E3675}"/>
          </ac:spMkLst>
        </pc:spChg>
        <pc:spChg chg="add del">
          <ac:chgData name="Swati Mishra" userId="4ecbbe41-a93b-48f9-aa26-d01cbfd2c273" providerId="ADAL" clId="{66DB6158-1A18-4199-BA6D-06674FF3C921}" dt="2026-07-25T21:36:02.045" v="1232" actId="26606"/>
          <ac:spMkLst>
            <pc:docMk/>
            <pc:sldMk cId="3282049289" sldId="266"/>
            <ac:spMk id="10" creationId="{B1007713-5891-46A9-BACA-FAD760FE2353}"/>
          </ac:spMkLst>
        </pc:spChg>
        <pc:spChg chg="add del">
          <ac:chgData name="Swati Mishra" userId="4ecbbe41-a93b-48f9-aa26-d01cbfd2c273" providerId="ADAL" clId="{66DB6158-1A18-4199-BA6D-06674FF3C921}" dt="2026-07-25T21:36:02.045" v="1232" actId="26606"/>
          <ac:spMkLst>
            <pc:docMk/>
            <pc:sldMk cId="3282049289" sldId="266"/>
            <ac:spMk id="12" creationId="{74BB6AA7-7EAD-4D3B-9335-B6E8BD7E6891}"/>
          </ac:spMkLst>
        </pc:spChg>
        <pc:spChg chg="add del">
          <ac:chgData name="Swati Mishra" userId="4ecbbe41-a93b-48f9-aa26-d01cbfd2c273" providerId="ADAL" clId="{66DB6158-1A18-4199-BA6D-06674FF3C921}" dt="2026-07-25T21:40:34.267" v="1288" actId="26606"/>
          <ac:spMkLst>
            <pc:docMk/>
            <pc:sldMk cId="3282049289" sldId="266"/>
            <ac:spMk id="16" creationId="{B2ADCE7A-5E56-4C8E-B245-E2EEDA79C7E1}"/>
          </ac:spMkLst>
        </pc:spChg>
        <pc:spChg chg="add del">
          <ac:chgData name="Swati Mishra" userId="4ecbbe41-a93b-48f9-aa26-d01cbfd2c273" providerId="ADAL" clId="{66DB6158-1A18-4199-BA6D-06674FF3C921}" dt="2026-07-25T21:40:34.267" v="1288" actId="26606"/>
          <ac:spMkLst>
            <pc:docMk/>
            <pc:sldMk cId="3282049289" sldId="266"/>
            <ac:spMk id="17" creationId="{027A2F77-6BCE-423F-9C06-5D6A1FFE4EC1}"/>
          </ac:spMkLst>
        </pc:spChg>
        <pc:spChg chg="add del">
          <ac:chgData name="Swati Mishra" userId="4ecbbe41-a93b-48f9-aa26-d01cbfd2c273" providerId="ADAL" clId="{66DB6158-1A18-4199-BA6D-06674FF3C921}" dt="2026-07-25T21:40:34.267" v="1288" actId="26606"/>
          <ac:spMkLst>
            <pc:docMk/>
            <pc:sldMk cId="3282049289" sldId="266"/>
            <ac:spMk id="18" creationId="{20CB201F-BC0A-4D22-B7C7-230F82F61B93}"/>
          </ac:spMkLst>
        </pc:spChg>
        <pc:spChg chg="add del">
          <ac:chgData name="Swati Mishra" userId="4ecbbe41-a93b-48f9-aa26-d01cbfd2c273" providerId="ADAL" clId="{66DB6158-1A18-4199-BA6D-06674FF3C921}" dt="2026-07-25T21:39:49.423" v="1274" actId="26606"/>
          <ac:spMkLst>
            <pc:docMk/>
            <pc:sldMk cId="3282049289" sldId="266"/>
            <ac:spMk id="19" creationId="{B2ADCE7A-5E56-4C8E-B245-E2EEDA79C7E1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282049289" sldId="266"/>
            <ac:spMk id="20" creationId="{AF3C5BA0-8B24-4B05-A9E7-20545338C28A}"/>
          </ac:spMkLst>
        </pc:spChg>
        <pc:spChg chg="add del">
          <ac:chgData name="Swati Mishra" userId="4ecbbe41-a93b-48f9-aa26-d01cbfd2c273" providerId="ADAL" clId="{66DB6158-1A18-4199-BA6D-06674FF3C921}" dt="2026-07-25T21:39:49.423" v="1274" actId="26606"/>
          <ac:spMkLst>
            <pc:docMk/>
            <pc:sldMk cId="3282049289" sldId="266"/>
            <ac:spMk id="21" creationId="{027A2F77-6BCE-423F-9C06-5D6A1FFE4EC1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282049289" sldId="266"/>
            <ac:spMk id="22" creationId="{724FDB7F-33A2-451F-BA20-13ED87CF4BB7}"/>
          </ac:spMkLst>
        </pc:spChg>
        <pc:spChg chg="add del">
          <ac:chgData name="Swati Mishra" userId="4ecbbe41-a93b-48f9-aa26-d01cbfd2c273" providerId="ADAL" clId="{66DB6158-1A18-4199-BA6D-06674FF3C921}" dt="2026-07-25T21:39:49.423" v="1274" actId="26606"/>
          <ac:spMkLst>
            <pc:docMk/>
            <pc:sldMk cId="3282049289" sldId="266"/>
            <ac:spMk id="23" creationId="{20CB201F-BC0A-4D22-B7C7-230F82F61B93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282049289" sldId="266"/>
            <ac:spMk id="24" creationId="{1460027F-6625-463B-B6D4-594AC32F2337}"/>
          </ac:spMkLst>
        </pc:spChg>
        <pc:picChg chg="add del">
          <ac:chgData name="Swati Mishra" userId="4ecbbe41-a93b-48f9-aa26-d01cbfd2c273" providerId="ADAL" clId="{66DB6158-1A18-4199-BA6D-06674FF3C921}" dt="2026-07-25T21:36:02.045" v="1232" actId="26606"/>
          <ac:picMkLst>
            <pc:docMk/>
            <pc:sldMk cId="3282049289" sldId="266"/>
            <ac:picMk id="7" creationId="{7EC67A72-A6D8-DDD6-5B46-938CF61A5F16}"/>
          </ac:picMkLst>
        </pc:picChg>
        <pc:picChg chg="add mod">
          <ac:chgData name="Swati Mishra" userId="4ecbbe41-a93b-48f9-aa26-d01cbfd2c273" providerId="ADAL" clId="{66DB6158-1A18-4199-BA6D-06674FF3C921}" dt="2026-07-25T21:40:34.287" v="1289" actId="26606"/>
          <ac:picMkLst>
            <pc:docMk/>
            <pc:sldMk cId="3282049289" sldId="266"/>
            <ac:picMk id="14" creationId="{071D63AD-E2D4-C07F-1672-20B61B707AD6}"/>
          </ac:picMkLst>
        </pc:picChg>
      </pc:sldChg>
      <pc:sldChg chg="addSp delSp modSp new del mod setBg">
        <pc:chgData name="Swati Mishra" userId="4ecbbe41-a93b-48f9-aa26-d01cbfd2c273" providerId="ADAL" clId="{66DB6158-1A18-4199-BA6D-06674FF3C921}" dt="2026-07-25T21:41:21.968" v="1298" actId="47"/>
        <pc:sldMkLst>
          <pc:docMk/>
          <pc:sldMk cId="4288060018" sldId="267"/>
        </pc:sldMkLst>
        <pc:spChg chg="del">
          <ac:chgData name="Swati Mishra" userId="4ecbbe41-a93b-48f9-aa26-d01cbfd2c273" providerId="ADAL" clId="{66DB6158-1A18-4199-BA6D-06674FF3C921}" dt="2026-07-25T21:36:33.520" v="1236" actId="478"/>
          <ac:spMkLst>
            <pc:docMk/>
            <pc:sldMk cId="4288060018" sldId="267"/>
            <ac:spMk id="2" creationId="{A5CCA2EA-476A-BB57-ABAD-F7775C5AD97B}"/>
          </ac:spMkLst>
        </pc:spChg>
        <pc:spChg chg="del">
          <ac:chgData name="Swati Mishra" userId="4ecbbe41-a93b-48f9-aa26-d01cbfd2c273" providerId="ADAL" clId="{66DB6158-1A18-4199-BA6D-06674FF3C921}" dt="2026-07-25T21:36:30.992" v="1235" actId="478"/>
          <ac:spMkLst>
            <pc:docMk/>
            <pc:sldMk cId="4288060018" sldId="267"/>
            <ac:spMk id="3" creationId="{1581EFDF-24F7-6F3E-09E3-1F42314CF340}"/>
          </ac:spMkLst>
        </pc:spChg>
        <pc:spChg chg="add mod">
          <ac:chgData name="Swati Mishra" userId="4ecbbe41-a93b-48f9-aa26-d01cbfd2c273" providerId="ADAL" clId="{66DB6158-1A18-4199-BA6D-06674FF3C921}" dt="2026-07-25T21:36:37.046" v="1238"/>
          <ac:spMkLst>
            <pc:docMk/>
            <pc:sldMk cId="4288060018" sldId="267"/>
            <ac:spMk id="4" creationId="{52778E74-8473-46B5-7D82-BDC872D14D8B}"/>
          </ac:spMkLst>
        </pc:spChg>
        <pc:spChg chg="add del">
          <ac:chgData name="Swati Mishra" userId="4ecbbe41-a93b-48f9-aa26-d01cbfd2c273" providerId="ADAL" clId="{66DB6158-1A18-4199-BA6D-06674FF3C921}" dt="2026-07-25T21:40:51.006" v="1291" actId="26606"/>
          <ac:spMkLst>
            <pc:docMk/>
            <pc:sldMk cId="4288060018" sldId="267"/>
            <ac:spMk id="7" creationId="{EFA2AC96-1E47-421C-A03F-F98E354EB4E6}"/>
          </ac:spMkLst>
        </pc:spChg>
        <pc:spChg chg="add del">
          <ac:chgData name="Swati Mishra" userId="4ecbbe41-a93b-48f9-aa26-d01cbfd2c273" providerId="ADAL" clId="{66DB6158-1A18-4199-BA6D-06674FF3C921}" dt="2026-07-25T21:38:28.495" v="1251" actId="26606"/>
          <ac:spMkLst>
            <pc:docMk/>
            <pc:sldMk cId="4288060018" sldId="267"/>
            <ac:spMk id="10" creationId="{EFA2AC96-1E47-421C-A03F-F98E354EB4E6}"/>
          </ac:spMkLst>
        </pc:spChg>
        <pc:graphicFrameChg chg="add mod modGraphic">
          <ac:chgData name="Swati Mishra" userId="4ecbbe41-a93b-48f9-aa26-d01cbfd2c273" providerId="ADAL" clId="{66DB6158-1A18-4199-BA6D-06674FF3C921}" dt="2026-07-25T21:40:51.096" v="1292" actId="26606"/>
          <ac:graphicFrameMkLst>
            <pc:docMk/>
            <pc:sldMk cId="4288060018" sldId="267"/>
            <ac:graphicFrameMk id="5" creationId="{87EAEAA0-FF3D-43FC-AFB6-8569706038BC}"/>
          </ac:graphicFrameMkLst>
        </pc:graphicFrameChg>
      </pc:sldChg>
      <pc:sldChg chg="addSp delSp modSp new mod setBg delDesignElem">
        <pc:chgData name="Swati Mishra" userId="4ecbbe41-a93b-48f9-aa26-d01cbfd2c273" providerId="ADAL" clId="{66DB6158-1A18-4199-BA6D-06674FF3C921}" dt="2026-07-25T23:19:33.328" v="2224" actId="478"/>
        <pc:sldMkLst>
          <pc:docMk/>
          <pc:sldMk cId="2677026366" sldId="268"/>
        </pc:sldMkLst>
        <pc:spChg chg="del mod">
          <ac:chgData name="Swati Mishra" userId="4ecbbe41-a93b-48f9-aa26-d01cbfd2c273" providerId="ADAL" clId="{66DB6158-1A18-4199-BA6D-06674FF3C921}" dt="2026-07-25T21:41:18.576" v="1296" actId="478"/>
          <ac:spMkLst>
            <pc:docMk/>
            <pc:sldMk cId="2677026366" sldId="268"/>
            <ac:spMk id="2" creationId="{F96FAFFE-E204-6B94-E671-8A9F856ED7C5}"/>
          </ac:spMkLst>
        </pc:spChg>
        <pc:spChg chg="del mod">
          <ac:chgData name="Swati Mishra" userId="4ecbbe41-a93b-48f9-aa26-d01cbfd2c273" providerId="ADAL" clId="{66DB6158-1A18-4199-BA6D-06674FF3C921}" dt="2026-07-25T21:41:16.326" v="1295" actId="478"/>
          <ac:spMkLst>
            <pc:docMk/>
            <pc:sldMk cId="2677026366" sldId="268"/>
            <ac:spMk id="3" creationId="{9D5BC6A8-1CCF-B2D4-F1D5-D31FB291AF97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2677026366" sldId="268"/>
            <ac:spMk id="8" creationId="{F02F233C-123F-466C-8459-BE8E1DB5408F}"/>
          </ac:spMkLst>
        </pc:spChg>
        <pc:graphicFrameChg chg="add mod">
          <ac:chgData name="Swati Mishra" userId="4ecbbe41-a93b-48f9-aa26-d01cbfd2c273" providerId="ADAL" clId="{66DB6158-1A18-4199-BA6D-06674FF3C921}" dt="2026-07-25T23:19:33.328" v="2224" actId="478"/>
          <ac:graphicFrameMkLst>
            <pc:docMk/>
            <pc:sldMk cId="2677026366" sldId="268"/>
            <ac:graphicFrameMk id="5" creationId="{770964CF-267A-43A6-F0DF-C3B0F08DBD97}"/>
          </ac:graphicFrameMkLst>
        </pc:graphicFrameChg>
      </pc:sldChg>
      <pc:sldChg chg="addSp delSp modSp new mod setBg setClrOvrMap delDesignElem">
        <pc:chgData name="Swati Mishra" userId="4ecbbe41-a93b-48f9-aa26-d01cbfd2c273" providerId="ADAL" clId="{66DB6158-1A18-4199-BA6D-06674FF3C921}" dt="2026-07-25T21:55:52.323" v="1832"/>
        <pc:sldMkLst>
          <pc:docMk/>
          <pc:sldMk cId="3956932300" sldId="269"/>
        </pc:sldMkLst>
        <pc:spChg chg="mod">
          <ac:chgData name="Swati Mishra" userId="4ecbbe41-a93b-48f9-aa26-d01cbfd2c273" providerId="ADAL" clId="{66DB6158-1A18-4199-BA6D-06674FF3C921}" dt="2026-07-25T21:45:59.551" v="1370" actId="26606"/>
          <ac:spMkLst>
            <pc:docMk/>
            <pc:sldMk cId="3956932300" sldId="269"/>
            <ac:spMk id="2" creationId="{87981131-2618-4C85-5007-65B9745768E6}"/>
          </ac:spMkLst>
        </pc:spChg>
        <pc:spChg chg="mod">
          <ac:chgData name="Swati Mishra" userId="4ecbbe41-a93b-48f9-aa26-d01cbfd2c273" providerId="ADAL" clId="{66DB6158-1A18-4199-BA6D-06674FF3C921}" dt="2026-07-25T21:46:11.351" v="1374" actId="14100"/>
          <ac:spMkLst>
            <pc:docMk/>
            <pc:sldMk cId="3956932300" sldId="269"/>
            <ac:spMk id="3" creationId="{8745547E-2CE3-EDD2-002C-1C92D5AC5FAF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956932300" sldId="269"/>
            <ac:spMk id="8" creationId="{8B996A54-0CDD-4A46-B3D2-02F43219A757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956932300" sldId="269"/>
            <ac:spMk id="10" creationId="{06F0BB8C-8C08-44AD-9EBB-B43BE66A5B36}"/>
          </ac:spMkLst>
        </pc:spChg>
      </pc:sldChg>
      <pc:sldChg chg="addSp delSp modSp new mod setBg delDesignElem">
        <pc:chgData name="Swati Mishra" userId="4ecbbe41-a93b-48f9-aa26-d01cbfd2c273" providerId="ADAL" clId="{66DB6158-1A18-4199-BA6D-06674FF3C921}" dt="2026-07-25T22:29:07.072" v="2211" actId="20577"/>
        <pc:sldMkLst>
          <pc:docMk/>
          <pc:sldMk cId="3551930133" sldId="270"/>
        </pc:sldMkLst>
        <pc:spChg chg="mod">
          <ac:chgData name="Swati Mishra" userId="4ecbbe41-a93b-48f9-aa26-d01cbfd2c273" providerId="ADAL" clId="{66DB6158-1A18-4199-BA6D-06674FF3C921}" dt="2026-07-25T21:55:52.323" v="1832"/>
          <ac:spMkLst>
            <pc:docMk/>
            <pc:sldMk cId="3551930133" sldId="270"/>
            <ac:spMk id="2" creationId="{12F9F443-5A42-63B5-378D-6C58012344C3}"/>
          </ac:spMkLst>
        </pc:spChg>
        <pc:spChg chg="del mod">
          <ac:chgData name="Swati Mishra" userId="4ecbbe41-a93b-48f9-aa26-d01cbfd2c273" providerId="ADAL" clId="{66DB6158-1A18-4199-BA6D-06674FF3C921}" dt="2026-07-25T21:43:50.715" v="1313" actId="26606"/>
          <ac:spMkLst>
            <pc:docMk/>
            <pc:sldMk cId="3551930133" sldId="270"/>
            <ac:spMk id="3" creationId="{C2C587A5-6D99-01ED-FF8B-61FAD7C45803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3551930133" sldId="270"/>
            <ac:spMk id="9" creationId="{EFA2AC96-1E47-421C-A03F-F98E354EB4E6}"/>
          </ac:spMkLst>
        </pc:spChg>
        <pc:graphicFrameChg chg="add mod modGraphic">
          <ac:chgData name="Swati Mishra" userId="4ecbbe41-a93b-48f9-aa26-d01cbfd2c273" providerId="ADAL" clId="{66DB6158-1A18-4199-BA6D-06674FF3C921}" dt="2026-07-25T22:29:07.072" v="2211" actId="20577"/>
          <ac:graphicFrameMkLst>
            <pc:docMk/>
            <pc:sldMk cId="3551930133" sldId="270"/>
            <ac:graphicFrameMk id="5" creationId="{F1E3F392-81F3-D4DF-71C7-1B2584580F9F}"/>
          </ac:graphicFrameMkLst>
        </pc:graphicFrameChg>
      </pc:sldChg>
      <pc:sldChg chg="addSp delSp modSp add mod delDesignElem">
        <pc:chgData name="Swati Mishra" userId="4ecbbe41-a93b-48f9-aa26-d01cbfd2c273" providerId="ADAL" clId="{66DB6158-1A18-4199-BA6D-06674FF3C921}" dt="2026-07-25T21:55:52.323" v="1832"/>
        <pc:sldMkLst>
          <pc:docMk/>
          <pc:sldMk cId="2695594141" sldId="271"/>
        </pc:sldMkLst>
        <pc:spChg chg="mod">
          <ac:chgData name="Swati Mishra" userId="4ecbbe41-a93b-48f9-aa26-d01cbfd2c273" providerId="ADAL" clId="{66DB6158-1A18-4199-BA6D-06674FF3C921}" dt="2026-07-25T21:46:41.492" v="1380"/>
          <ac:spMkLst>
            <pc:docMk/>
            <pc:sldMk cId="2695594141" sldId="271"/>
            <ac:spMk id="2" creationId="{585E5C39-8F39-50FA-F4C6-1D8EB76B4FE6}"/>
          </ac:spMkLst>
        </pc:spChg>
        <pc:spChg chg="mod">
          <ac:chgData name="Swati Mishra" userId="4ecbbe41-a93b-48f9-aa26-d01cbfd2c273" providerId="ADAL" clId="{66DB6158-1A18-4199-BA6D-06674FF3C921}" dt="2026-07-25T21:51:25.388" v="1662" actId="14100"/>
          <ac:spMkLst>
            <pc:docMk/>
            <pc:sldMk cId="2695594141" sldId="271"/>
            <ac:spMk id="3" creationId="{9BE25F74-9372-C08D-450D-E59CBF015B92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2695594141" sldId="271"/>
            <ac:spMk id="8" creationId="{BEBA7AFE-81B0-AF62-D123-FC29634E9581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2695594141" sldId="271"/>
            <ac:spMk id="10" creationId="{E06C9548-68A9-8F07-8462-BB0509EB30D9}"/>
          </ac:spMkLst>
        </pc:spChg>
      </pc:sldChg>
      <pc:sldChg chg="addSp delSp modSp new mod ord">
        <pc:chgData name="Swati Mishra" userId="4ecbbe41-a93b-48f9-aa26-d01cbfd2c273" providerId="ADAL" clId="{66DB6158-1A18-4199-BA6D-06674FF3C921}" dt="2026-07-26T13:34:24.468" v="2350"/>
        <pc:sldMkLst>
          <pc:docMk/>
          <pc:sldMk cId="2839999341" sldId="272"/>
        </pc:sldMkLst>
        <pc:spChg chg="mod">
          <ac:chgData name="Swati Mishra" userId="4ecbbe41-a93b-48f9-aa26-d01cbfd2c273" providerId="ADAL" clId="{66DB6158-1A18-4199-BA6D-06674FF3C921}" dt="2026-07-25T23:43:28.332" v="2273" actId="20577"/>
          <ac:spMkLst>
            <pc:docMk/>
            <pc:sldMk cId="2839999341" sldId="272"/>
            <ac:spMk id="2" creationId="{9E138CFB-3C23-AEE3-73E9-8A8A23919805}"/>
          </ac:spMkLst>
        </pc:spChg>
        <pc:spChg chg="del mod">
          <ac:chgData name="Swati Mishra" userId="4ecbbe41-a93b-48f9-aa26-d01cbfd2c273" providerId="ADAL" clId="{66DB6158-1A18-4199-BA6D-06674FF3C921}" dt="2026-07-25T23:39:39.176" v="2230" actId="478"/>
          <ac:spMkLst>
            <pc:docMk/>
            <pc:sldMk cId="2839999341" sldId="272"/>
            <ac:spMk id="3" creationId="{53246173-EA7A-D941-CA54-088F364C56B0}"/>
          </ac:spMkLst>
        </pc:spChg>
        <pc:picChg chg="add mod modCrop">
          <ac:chgData name="Swati Mishra" userId="4ecbbe41-a93b-48f9-aa26-d01cbfd2c273" providerId="ADAL" clId="{66DB6158-1A18-4199-BA6D-06674FF3C921}" dt="2026-07-25T23:44:13.796" v="2297" actId="14100"/>
          <ac:picMkLst>
            <pc:docMk/>
            <pc:sldMk cId="2839999341" sldId="272"/>
            <ac:picMk id="5" creationId="{1C93B0CE-95A0-13D1-FC48-9958010EEE65}"/>
          </ac:picMkLst>
        </pc:picChg>
        <pc:picChg chg="add mod modCrop">
          <ac:chgData name="Swati Mishra" userId="4ecbbe41-a93b-48f9-aa26-d01cbfd2c273" providerId="ADAL" clId="{66DB6158-1A18-4199-BA6D-06674FF3C921}" dt="2026-07-25T23:42:53.151" v="2255" actId="14100"/>
          <ac:picMkLst>
            <pc:docMk/>
            <pc:sldMk cId="2839999341" sldId="272"/>
            <ac:picMk id="7" creationId="{E549ECA6-6E48-77DC-60C7-E9C29C820690}"/>
          </ac:picMkLst>
        </pc:picChg>
      </pc:sldChg>
      <pc:sldChg chg="addSp delSp modSp new mod ord setBg delDesignElem">
        <pc:chgData name="Swati Mishra" userId="4ecbbe41-a93b-48f9-aa26-d01cbfd2c273" providerId="ADAL" clId="{66DB6158-1A18-4199-BA6D-06674FF3C921}" dt="2026-07-25T23:29:58.871" v="2226"/>
        <pc:sldMkLst>
          <pc:docMk/>
          <pc:sldMk cId="1777616236" sldId="273"/>
        </pc:sldMkLst>
        <pc:spChg chg="mod">
          <ac:chgData name="Swati Mishra" userId="4ecbbe41-a93b-48f9-aa26-d01cbfd2c273" providerId="ADAL" clId="{66DB6158-1A18-4199-BA6D-06674FF3C921}" dt="2026-07-25T22:04:12.910" v="2057" actId="27636"/>
          <ac:spMkLst>
            <pc:docMk/>
            <pc:sldMk cId="1777616236" sldId="273"/>
            <ac:spMk id="2" creationId="{058E2D04-39A5-5F88-D7E1-E05E4A1E9F10}"/>
          </ac:spMkLst>
        </pc:spChg>
        <pc:spChg chg="mod">
          <ac:chgData name="Swati Mishra" userId="4ecbbe41-a93b-48f9-aa26-d01cbfd2c273" providerId="ADAL" clId="{66DB6158-1A18-4199-BA6D-06674FF3C921}" dt="2026-07-25T22:04:17.421" v="2058" actId="20577"/>
          <ac:spMkLst>
            <pc:docMk/>
            <pc:sldMk cId="1777616236" sldId="273"/>
            <ac:spMk id="3" creationId="{BEC70D13-91A7-1558-7F70-B3BF0EE45E44}"/>
          </ac:spMkLst>
        </pc:spChg>
        <pc:picChg chg="add">
          <ac:chgData name="Swati Mishra" userId="4ecbbe41-a93b-48f9-aa26-d01cbfd2c273" providerId="ADAL" clId="{66DB6158-1A18-4199-BA6D-06674FF3C921}" dt="2026-07-25T21:50:51.707" v="1653" actId="26606"/>
          <ac:picMkLst>
            <pc:docMk/>
            <pc:sldMk cId="1777616236" sldId="273"/>
            <ac:picMk id="5" creationId="{5DB52F4B-0661-8C30-DD7F-314D438AA02D}"/>
          </ac:picMkLst>
        </pc:picChg>
        <pc:cxnChg chg="add del">
          <ac:chgData name="Swati Mishra" userId="4ecbbe41-a93b-48f9-aa26-d01cbfd2c273" providerId="ADAL" clId="{66DB6158-1A18-4199-BA6D-06674FF3C921}" dt="2026-07-25T21:55:52.323" v="1832"/>
          <ac:cxnSpMkLst>
            <pc:docMk/>
            <pc:sldMk cId="1777616236" sldId="273"/>
            <ac:cxnSpMk id="9" creationId="{E0DCF65E-F84E-483D-83D7-A1616D569143}"/>
          </ac:cxnSpMkLst>
        </pc:cxnChg>
      </pc:sldChg>
      <pc:sldChg chg="addSp delSp modSp new mod ord setBg addAnim delAnim setClrOvrMap">
        <pc:chgData name="Swati Mishra" userId="4ecbbe41-a93b-48f9-aa26-d01cbfd2c273" providerId="ADAL" clId="{66DB6158-1A18-4199-BA6D-06674FF3C921}" dt="2026-07-26T14:20:11.567" v="2469" actId="20577"/>
        <pc:sldMkLst>
          <pc:docMk/>
          <pc:sldMk cId="1211648863" sldId="274"/>
        </pc:sldMkLst>
        <pc:spChg chg="mod">
          <ac:chgData name="Swati Mishra" userId="4ecbbe41-a93b-48f9-aa26-d01cbfd2c273" providerId="ADAL" clId="{66DB6158-1A18-4199-BA6D-06674FF3C921}" dt="2026-07-26T14:20:11.567" v="2469" actId="20577"/>
          <ac:spMkLst>
            <pc:docMk/>
            <pc:sldMk cId="1211648863" sldId="274"/>
            <ac:spMk id="2" creationId="{AA2AB2E8-3DDA-2F4D-692B-0D78605503B5}"/>
          </ac:spMkLst>
        </pc:spChg>
        <pc:spChg chg="del mod">
          <ac:chgData name="Swati Mishra" userId="4ecbbe41-a93b-48f9-aa26-d01cbfd2c273" providerId="ADAL" clId="{66DB6158-1A18-4199-BA6D-06674FF3C921}" dt="2026-07-25T23:40:20.079" v="2233" actId="478"/>
          <ac:spMkLst>
            <pc:docMk/>
            <pc:sldMk cId="1211648863" sldId="274"/>
            <ac:spMk id="3" creationId="{BB1468DC-0BB7-CAC7-3464-24E1FDAEED28}"/>
          </ac:spMkLst>
        </pc:spChg>
        <pc:spChg chg="add del mod">
          <ac:chgData name="Swati Mishra" userId="4ecbbe41-a93b-48f9-aa26-d01cbfd2c273" providerId="ADAL" clId="{66DB6158-1A18-4199-BA6D-06674FF3C921}" dt="2026-07-26T14:13:33.517" v="2388" actId="478"/>
          <ac:spMkLst>
            <pc:docMk/>
            <pc:sldMk cId="1211648863" sldId="274"/>
            <ac:spMk id="4" creationId="{EBE0804E-912A-6477-61C8-139D72ED9987}"/>
          </ac:spMkLst>
        </pc:spChg>
        <pc:spChg chg="add del">
          <ac:chgData name="Swati Mishra" userId="4ecbbe41-a93b-48f9-aa26-d01cbfd2c273" providerId="ADAL" clId="{66DB6158-1A18-4199-BA6D-06674FF3C921}" dt="2026-07-26T14:19:49.432" v="2458" actId="26606"/>
          <ac:spMkLst>
            <pc:docMk/>
            <pc:sldMk cId="1211648863" sldId="274"/>
            <ac:spMk id="10" creationId="{B2ADCE7A-5E56-4C8E-B245-E2EEDA79C7E1}"/>
          </ac:spMkLst>
        </pc:spChg>
        <pc:spChg chg="add del">
          <ac:chgData name="Swati Mishra" userId="4ecbbe41-a93b-48f9-aa26-d01cbfd2c273" providerId="ADAL" clId="{66DB6158-1A18-4199-BA6D-06674FF3C921}" dt="2026-07-26T14:19:49.432" v="2458" actId="26606"/>
          <ac:spMkLst>
            <pc:docMk/>
            <pc:sldMk cId="1211648863" sldId="274"/>
            <ac:spMk id="12" creationId="{027A2F77-6BCE-423F-9C06-5D6A1FFE4EC1}"/>
          </ac:spMkLst>
        </pc:spChg>
        <pc:spChg chg="add del">
          <ac:chgData name="Swati Mishra" userId="4ecbbe41-a93b-48f9-aa26-d01cbfd2c273" providerId="ADAL" clId="{66DB6158-1A18-4199-BA6D-06674FF3C921}" dt="2026-07-26T14:19:49.432" v="2458" actId="26606"/>
          <ac:spMkLst>
            <pc:docMk/>
            <pc:sldMk cId="1211648863" sldId="274"/>
            <ac:spMk id="14" creationId="{20CB201F-BC0A-4D22-B7C7-230F82F61B93}"/>
          </ac:spMkLst>
        </pc:spChg>
        <pc:spChg chg="add del">
          <ac:chgData name="Swati Mishra" userId="4ecbbe41-a93b-48f9-aa26-d01cbfd2c273" providerId="ADAL" clId="{66DB6158-1A18-4199-BA6D-06674FF3C921}" dt="2026-07-26T14:19:51.874" v="2461" actId="26606"/>
          <ac:spMkLst>
            <pc:docMk/>
            <pc:sldMk cId="1211648863" sldId="274"/>
            <ac:spMk id="16" creationId="{96A777D5-8609-4912-93B5-481B46BF8AB3}"/>
          </ac:spMkLst>
        </pc:spChg>
        <pc:spChg chg="add del">
          <ac:chgData name="Swati Mishra" userId="4ecbbe41-a93b-48f9-aa26-d01cbfd2c273" providerId="ADAL" clId="{66DB6158-1A18-4199-BA6D-06674FF3C921}" dt="2026-07-26T14:19:51.874" v="2461" actId="26606"/>
          <ac:spMkLst>
            <pc:docMk/>
            <pc:sldMk cId="1211648863" sldId="274"/>
            <ac:spMk id="17" creationId="{67716BD9-62E5-4BC7-A28D-D0453343FDA1}"/>
          </ac:spMkLst>
        </pc:spChg>
        <pc:spChg chg="add del">
          <ac:chgData name="Swati Mishra" userId="4ecbbe41-a93b-48f9-aa26-d01cbfd2c273" providerId="ADAL" clId="{66DB6158-1A18-4199-BA6D-06674FF3C921}" dt="2026-07-26T14:19:53.747" v="2463" actId="26606"/>
          <ac:spMkLst>
            <pc:docMk/>
            <pc:sldMk cId="1211648863" sldId="274"/>
            <ac:spMk id="19" creationId="{B2ADCE7A-5E56-4C8E-B245-E2EEDA79C7E1}"/>
          </ac:spMkLst>
        </pc:spChg>
        <pc:spChg chg="add del">
          <ac:chgData name="Swati Mishra" userId="4ecbbe41-a93b-48f9-aa26-d01cbfd2c273" providerId="ADAL" clId="{66DB6158-1A18-4199-BA6D-06674FF3C921}" dt="2026-07-26T14:19:53.747" v="2463" actId="26606"/>
          <ac:spMkLst>
            <pc:docMk/>
            <pc:sldMk cId="1211648863" sldId="274"/>
            <ac:spMk id="20" creationId="{027A2F77-6BCE-423F-9C06-5D6A1FFE4EC1}"/>
          </ac:spMkLst>
        </pc:spChg>
        <pc:spChg chg="add del">
          <ac:chgData name="Swati Mishra" userId="4ecbbe41-a93b-48f9-aa26-d01cbfd2c273" providerId="ADAL" clId="{66DB6158-1A18-4199-BA6D-06674FF3C921}" dt="2026-07-26T14:19:53.747" v="2463" actId="26606"/>
          <ac:spMkLst>
            <pc:docMk/>
            <pc:sldMk cId="1211648863" sldId="274"/>
            <ac:spMk id="21" creationId="{20CB201F-BC0A-4D22-B7C7-230F82F61B93}"/>
          </ac:spMkLst>
        </pc:spChg>
        <pc:picChg chg="add mod">
          <ac:chgData name="Swati Mishra" userId="4ecbbe41-a93b-48f9-aa26-d01cbfd2c273" providerId="ADAL" clId="{66DB6158-1A18-4199-BA6D-06674FF3C921}" dt="2026-07-26T14:19:55.268" v="2465" actId="26606"/>
          <ac:picMkLst>
            <pc:docMk/>
            <pc:sldMk cId="1211648863" sldId="274"/>
            <ac:picMk id="5" creationId="{9831C7F6-4335-062F-CF40-075C553B4D1C}"/>
          </ac:picMkLst>
        </pc:picChg>
        <pc:picChg chg="add del mod">
          <ac:chgData name="Swati Mishra" userId="4ecbbe41-a93b-48f9-aa26-d01cbfd2c273" providerId="ADAL" clId="{66DB6158-1A18-4199-BA6D-06674FF3C921}" dt="2026-07-26T14:19:41.661" v="2456" actId="478"/>
          <ac:picMkLst>
            <pc:docMk/>
            <pc:sldMk cId="1211648863" sldId="274"/>
            <ac:picMk id="7" creationId="{F7FA20A9-069A-5C35-51BD-41F192CA4B6C}"/>
          </ac:picMkLst>
        </pc:picChg>
      </pc:sldChg>
      <pc:sldChg chg="addSp delSp modSp new mod setBg setClrOvrMap delDesignElem">
        <pc:chgData name="Swati Mishra" userId="4ecbbe41-a93b-48f9-aa26-d01cbfd2c273" providerId="ADAL" clId="{66DB6158-1A18-4199-BA6D-06674FF3C921}" dt="2026-07-25T21:55:52.323" v="1832"/>
        <pc:sldMkLst>
          <pc:docMk/>
          <pc:sldMk cId="1331978405" sldId="275"/>
        </pc:sldMkLst>
        <pc:spChg chg="del">
          <ac:chgData name="Swati Mishra" userId="4ecbbe41-a93b-48f9-aa26-d01cbfd2c273" providerId="ADAL" clId="{66DB6158-1A18-4199-BA6D-06674FF3C921}" dt="2026-07-25T21:52:01.966" v="1688" actId="478"/>
          <ac:spMkLst>
            <pc:docMk/>
            <pc:sldMk cId="1331978405" sldId="275"/>
            <ac:spMk id="2" creationId="{164DA655-0CE5-5385-C99A-04101C9E04FB}"/>
          </ac:spMkLst>
        </pc:spChg>
        <pc:spChg chg="mod">
          <ac:chgData name="Swati Mishra" userId="4ecbbe41-a93b-48f9-aa26-d01cbfd2c273" providerId="ADAL" clId="{66DB6158-1A18-4199-BA6D-06674FF3C921}" dt="2026-07-25T21:53:28.532" v="1723" actId="255"/>
          <ac:spMkLst>
            <pc:docMk/>
            <pc:sldMk cId="1331978405" sldId="275"/>
            <ac:spMk id="3" creationId="{A5625440-9A70-C392-CD27-217D0FD4E33E}"/>
          </ac:spMkLst>
        </pc:spChg>
        <pc:spChg chg="add del">
          <ac:chgData name="Swati Mishra" userId="4ecbbe41-a93b-48f9-aa26-d01cbfd2c273" providerId="ADAL" clId="{66DB6158-1A18-4199-BA6D-06674FF3C921}" dt="2026-07-25T21:53:04.055" v="1706" actId="26606"/>
          <ac:spMkLst>
            <pc:docMk/>
            <pc:sldMk cId="1331978405" sldId="275"/>
            <ac:spMk id="8" creationId="{BC052280-388E-4151-A1EB-5236D4FCCA28}"/>
          </ac:spMkLst>
        </pc:spChg>
        <pc:spChg chg="add del">
          <ac:chgData name="Swati Mishra" userId="4ecbbe41-a93b-48f9-aa26-d01cbfd2c273" providerId="ADAL" clId="{66DB6158-1A18-4199-BA6D-06674FF3C921}" dt="2026-07-25T21:53:03.245" v="1704" actId="26606"/>
          <ac:spMkLst>
            <pc:docMk/>
            <pc:sldMk cId="1331978405" sldId="275"/>
            <ac:spMk id="9" creationId="{4DE0D6BE-330A-422D-9BD9-1E18F73C6E1E}"/>
          </ac:spMkLst>
        </pc:spChg>
        <pc:spChg chg="add del">
          <ac:chgData name="Swati Mishra" userId="4ecbbe41-a93b-48f9-aa26-d01cbfd2c273" providerId="ADAL" clId="{66DB6158-1A18-4199-BA6D-06674FF3C921}" dt="2026-07-25T21:53:05.618" v="1708" actId="26606"/>
          <ac:spMkLst>
            <pc:docMk/>
            <pc:sldMk cId="1331978405" sldId="275"/>
            <ac:spMk id="12" creationId="{3BFBA67F-0D4D-4C2E-A1D7-82D080A4B3AD}"/>
          </ac:spMkLst>
        </pc:spChg>
        <pc:spChg chg="add del">
          <ac:chgData name="Swati Mishra" userId="4ecbbe41-a93b-48f9-aa26-d01cbfd2c273" providerId="ADAL" clId="{66DB6158-1A18-4199-BA6D-06674FF3C921}" dt="2026-07-25T21:53:05.618" v="1708" actId="26606"/>
          <ac:spMkLst>
            <pc:docMk/>
            <pc:sldMk cId="1331978405" sldId="275"/>
            <ac:spMk id="13" creationId="{EFA2AC96-1E47-421C-A03F-F98E354EB4E6}"/>
          </ac:spMkLst>
        </pc:spChg>
        <pc:spChg chg="add del">
          <ac:chgData name="Swati Mishra" userId="4ecbbe41-a93b-48f9-aa26-d01cbfd2c273" providerId="ADAL" clId="{66DB6158-1A18-4199-BA6D-06674FF3C921}" dt="2026-07-25T21:53:05.998" v="1710" actId="26606"/>
          <ac:spMkLst>
            <pc:docMk/>
            <pc:sldMk cId="1331978405" sldId="275"/>
            <ac:spMk id="15" creationId="{8B996A54-0CDD-4A46-B3D2-02F43219A757}"/>
          </ac:spMkLst>
        </pc:spChg>
        <pc:spChg chg="add del">
          <ac:chgData name="Swati Mishra" userId="4ecbbe41-a93b-48f9-aa26-d01cbfd2c273" providerId="ADAL" clId="{66DB6158-1A18-4199-BA6D-06674FF3C921}" dt="2026-07-25T21:53:05.998" v="1710" actId="26606"/>
          <ac:spMkLst>
            <pc:docMk/>
            <pc:sldMk cId="1331978405" sldId="275"/>
            <ac:spMk id="16" creationId="{06F0BB8C-8C08-44AD-9EBB-B43BE66A5B36}"/>
          </ac:spMkLst>
        </pc:spChg>
        <pc:spChg chg="add del">
          <ac:chgData name="Swati Mishra" userId="4ecbbe41-a93b-48f9-aa26-d01cbfd2c273" providerId="ADAL" clId="{66DB6158-1A18-4199-BA6D-06674FF3C921}" dt="2026-07-25T21:53:22.159" v="1722" actId="26606"/>
          <ac:spMkLst>
            <pc:docMk/>
            <pc:sldMk cId="1331978405" sldId="275"/>
            <ac:spMk id="18" creationId="{1614B3CA-90F3-4EDF-BC5F-C8B35F4CD790}"/>
          </ac:spMkLst>
        </pc:spChg>
        <pc:spChg chg="add del">
          <ac:chgData name="Swati Mishra" userId="4ecbbe41-a93b-48f9-aa26-d01cbfd2c273" providerId="ADAL" clId="{66DB6158-1A18-4199-BA6D-06674FF3C921}" dt="2026-07-25T21:53:11.777" v="1713" actId="26606"/>
          <ac:spMkLst>
            <pc:docMk/>
            <pc:sldMk cId="1331978405" sldId="275"/>
            <ac:spMk id="23" creationId="{1614B3CA-90F3-4EDF-BC5F-C8B35F4CD790}"/>
          </ac:spMkLst>
        </pc:spChg>
        <pc:spChg chg="add del">
          <ac:chgData name="Swati Mishra" userId="4ecbbe41-a93b-48f9-aa26-d01cbfd2c273" providerId="ADAL" clId="{66DB6158-1A18-4199-BA6D-06674FF3C921}" dt="2026-07-25T21:53:15.223" v="1719" actId="26606"/>
          <ac:spMkLst>
            <pc:docMk/>
            <pc:sldMk cId="1331978405" sldId="275"/>
            <ac:spMk id="25" creationId="{EFA2AC96-1E47-421C-A03F-F98E354EB4E6}"/>
          </ac:spMkLst>
        </pc:spChg>
        <pc:spChg chg="add del">
          <ac:chgData name="Swati Mishra" userId="4ecbbe41-a93b-48f9-aa26-d01cbfd2c273" providerId="ADAL" clId="{66DB6158-1A18-4199-BA6D-06674FF3C921}" dt="2026-07-25T21:53:15.223" v="1719" actId="26606"/>
          <ac:spMkLst>
            <pc:docMk/>
            <pc:sldMk cId="1331978405" sldId="275"/>
            <ac:spMk id="26" creationId="{3BFBA67F-0D4D-4C2E-A1D7-82D080A4B3AD}"/>
          </ac:spMkLst>
        </pc:spChg>
        <pc:spChg chg="add del">
          <ac:chgData name="Swati Mishra" userId="4ecbbe41-a93b-48f9-aa26-d01cbfd2c273" providerId="ADAL" clId="{66DB6158-1A18-4199-BA6D-06674FF3C921}" dt="2026-07-25T21:53:22.148" v="1721" actId="26606"/>
          <ac:spMkLst>
            <pc:docMk/>
            <pc:sldMk cId="1331978405" sldId="275"/>
            <ac:spMk id="28" creationId="{8B996A54-0CDD-4A46-B3D2-02F43219A757}"/>
          </ac:spMkLst>
        </pc:spChg>
        <pc:spChg chg="add del">
          <ac:chgData name="Swati Mishra" userId="4ecbbe41-a93b-48f9-aa26-d01cbfd2c273" providerId="ADAL" clId="{66DB6158-1A18-4199-BA6D-06674FF3C921}" dt="2026-07-25T21:53:22.148" v="1721" actId="26606"/>
          <ac:spMkLst>
            <pc:docMk/>
            <pc:sldMk cId="1331978405" sldId="275"/>
            <ac:spMk id="29" creationId="{06F0BB8C-8C08-44AD-9EBB-B43BE66A5B36}"/>
          </ac:spMkLst>
        </pc:spChg>
        <pc:spChg chg="add del">
          <ac:chgData name="Swati Mishra" userId="4ecbbe41-a93b-48f9-aa26-d01cbfd2c273" providerId="ADAL" clId="{66DB6158-1A18-4199-BA6D-06674FF3C921}" dt="2026-07-25T21:55:52.323" v="1832"/>
          <ac:spMkLst>
            <pc:docMk/>
            <pc:sldMk cId="1331978405" sldId="275"/>
            <ac:spMk id="31" creationId="{570F171F-BF9B-48C5-9DC7-FFF9CF4DD093}"/>
          </ac:spMkLst>
        </pc:spChg>
        <pc:picChg chg="add del">
          <ac:chgData name="Swati Mishra" userId="4ecbbe41-a93b-48f9-aa26-d01cbfd2c273" providerId="ADAL" clId="{66DB6158-1A18-4199-BA6D-06674FF3C921}" dt="2026-07-25T21:53:03.245" v="1704" actId="26606"/>
          <ac:picMkLst>
            <pc:docMk/>
            <pc:sldMk cId="1331978405" sldId="275"/>
            <ac:picMk id="5" creationId="{886F26F8-D69A-573F-F395-E6866090B745}"/>
          </ac:picMkLst>
        </pc:picChg>
        <pc:picChg chg="add del">
          <ac:chgData name="Swati Mishra" userId="4ecbbe41-a93b-48f9-aa26-d01cbfd2c273" providerId="ADAL" clId="{66DB6158-1A18-4199-BA6D-06674FF3C921}" dt="2026-07-25T21:53:12.805" v="1715" actId="26606"/>
          <ac:picMkLst>
            <pc:docMk/>
            <pc:sldMk cId="1331978405" sldId="275"/>
            <ac:picMk id="22" creationId="{9468BACB-BD49-7ABA-EC18-0F91FDDC4200}"/>
          </ac:picMkLst>
        </pc:picChg>
        <pc:picChg chg="add del">
          <ac:chgData name="Swati Mishra" userId="4ecbbe41-a93b-48f9-aa26-d01cbfd2c273" providerId="ADAL" clId="{66DB6158-1A18-4199-BA6D-06674FF3C921}" dt="2026-07-25T21:53:14.062" v="1717" actId="26606"/>
          <ac:picMkLst>
            <pc:docMk/>
            <pc:sldMk cId="1331978405" sldId="275"/>
            <ac:picMk id="24" creationId="{84BB4B9A-AEEC-DC06-CC3B-84A7F27F0FBD}"/>
          </ac:picMkLst>
        </pc:picChg>
        <pc:cxnChg chg="add del">
          <ac:chgData name="Swati Mishra" userId="4ecbbe41-a93b-48f9-aa26-d01cbfd2c273" providerId="ADAL" clId="{66DB6158-1A18-4199-BA6D-06674FF3C921}" dt="2026-07-25T21:53:04.055" v="1706" actId="26606"/>
          <ac:cxnSpMkLst>
            <pc:docMk/>
            <pc:sldMk cId="1331978405" sldId="275"/>
            <ac:cxnSpMk id="10" creationId="{744251C3-E720-4363-8AF0-20AD319374F0}"/>
          </ac:cxnSpMkLst>
        </pc:cxnChg>
        <pc:cxnChg chg="add del">
          <ac:chgData name="Swati Mishra" userId="4ecbbe41-a93b-48f9-aa26-d01cbfd2c273" providerId="ADAL" clId="{66DB6158-1A18-4199-BA6D-06674FF3C921}" dt="2026-07-25T21:55:52.323" v="1832"/>
          <ac:cxnSpMkLst>
            <pc:docMk/>
            <pc:sldMk cId="1331978405" sldId="275"/>
            <ac:cxnSpMk id="32" creationId="{69E8FF8A-7BA5-48E8-AA6E-85EC29AFDA91}"/>
          </ac:cxnSpMkLst>
        </pc:cxnChg>
      </pc:sldChg>
      <pc:sldChg chg="addSp delSp modSp new mod setBg">
        <pc:chgData name="Swati Mishra" userId="4ecbbe41-a93b-48f9-aa26-d01cbfd2c273" providerId="ADAL" clId="{66DB6158-1A18-4199-BA6D-06674FF3C921}" dt="2026-07-25T22:24:07.100" v="2133" actId="207"/>
        <pc:sldMkLst>
          <pc:docMk/>
          <pc:sldMk cId="1438600951" sldId="276"/>
        </pc:sldMkLst>
        <pc:spChg chg="mod">
          <ac:chgData name="Swati Mishra" userId="4ecbbe41-a93b-48f9-aa26-d01cbfd2c273" providerId="ADAL" clId="{66DB6158-1A18-4199-BA6D-06674FF3C921}" dt="2026-07-25T21:55:52.323" v="1832"/>
          <ac:spMkLst>
            <pc:docMk/>
            <pc:sldMk cId="1438600951" sldId="276"/>
            <ac:spMk id="2" creationId="{BD738AA7-C0C0-3903-F980-511199370295}"/>
          </ac:spMkLst>
        </pc:spChg>
        <pc:spChg chg="add del mod">
          <ac:chgData name="Swati Mishra" userId="4ecbbe41-a93b-48f9-aa26-d01cbfd2c273" providerId="ADAL" clId="{66DB6158-1A18-4199-BA6D-06674FF3C921}" dt="2026-07-25T21:55:10.403" v="1787" actId="26606"/>
          <ac:spMkLst>
            <pc:docMk/>
            <pc:sldMk cId="1438600951" sldId="276"/>
            <ac:spMk id="3" creationId="{094829BE-2427-DF9C-2B0F-860F47847771}"/>
          </ac:spMkLst>
        </pc:spChg>
        <pc:spChg chg="add del">
          <ac:chgData name="Swati Mishra" userId="4ecbbe41-a93b-48f9-aa26-d01cbfd2c273" providerId="ADAL" clId="{66DB6158-1A18-4199-BA6D-06674FF3C921}" dt="2026-07-25T21:55:10.302" v="1786" actId="26606"/>
          <ac:spMkLst>
            <pc:docMk/>
            <pc:sldMk cId="1438600951" sldId="276"/>
            <ac:spMk id="9" creationId="{EFA2AC96-1E47-421C-A03F-F98E354EB4E6}"/>
          </ac:spMkLst>
        </pc:spChg>
        <pc:graphicFrameChg chg="add del">
          <ac:chgData name="Swati Mishra" userId="4ecbbe41-a93b-48f9-aa26-d01cbfd2c273" providerId="ADAL" clId="{66DB6158-1A18-4199-BA6D-06674FF3C921}" dt="2026-07-25T21:55:10.302" v="1786" actId="26606"/>
          <ac:graphicFrameMkLst>
            <pc:docMk/>
            <pc:sldMk cId="1438600951" sldId="276"/>
            <ac:graphicFrameMk id="5" creationId="{6C29D26D-C22E-54E3-55CB-337D61579B73}"/>
          </ac:graphicFrameMkLst>
        </pc:graphicFrameChg>
        <pc:graphicFrameChg chg="add mod modGraphic">
          <ac:chgData name="Swati Mishra" userId="4ecbbe41-a93b-48f9-aa26-d01cbfd2c273" providerId="ADAL" clId="{66DB6158-1A18-4199-BA6D-06674FF3C921}" dt="2026-07-25T22:24:07.100" v="2133" actId="207"/>
          <ac:graphicFrameMkLst>
            <pc:docMk/>
            <pc:sldMk cId="1438600951" sldId="276"/>
            <ac:graphicFrameMk id="11" creationId="{3BAF6974-48F3-3BB5-DD94-211D0D5E0A82}"/>
          </ac:graphicFrameMkLst>
        </pc:graphicFrameChg>
      </pc:sldChg>
      <pc:sldChg chg="addSp delSp modSp add mod setBg">
        <pc:chgData name="Swati Mishra" userId="4ecbbe41-a93b-48f9-aa26-d01cbfd2c273" providerId="ADAL" clId="{66DB6158-1A18-4199-BA6D-06674FF3C921}" dt="2026-07-25T23:44:02.702" v="2296" actId="208"/>
        <pc:sldMkLst>
          <pc:docMk/>
          <pc:sldMk cId="3397407952" sldId="277"/>
        </pc:sldMkLst>
        <pc:spChg chg="mod">
          <ac:chgData name="Swati Mishra" userId="4ecbbe41-a93b-48f9-aa26-d01cbfd2c273" providerId="ADAL" clId="{66DB6158-1A18-4199-BA6D-06674FF3C921}" dt="2026-07-25T23:43:48.034" v="2293" actId="26606"/>
          <ac:spMkLst>
            <pc:docMk/>
            <pc:sldMk cId="3397407952" sldId="277"/>
            <ac:spMk id="2" creationId="{AA250E16-DFEC-8355-5034-1D6F3D9CD7DB}"/>
          </ac:spMkLst>
        </pc:spChg>
        <pc:picChg chg="del">
          <ac:chgData name="Swati Mishra" userId="4ecbbe41-a93b-48f9-aa26-d01cbfd2c273" providerId="ADAL" clId="{66DB6158-1A18-4199-BA6D-06674FF3C921}" dt="2026-07-25T23:43:34.708" v="2277" actId="478"/>
          <ac:picMkLst>
            <pc:docMk/>
            <pc:sldMk cId="3397407952" sldId="277"/>
            <ac:picMk id="5" creationId="{FE445264-E62E-5C8A-0566-BAC4CF444A99}"/>
          </ac:picMkLst>
        </pc:picChg>
        <pc:picChg chg="add mod">
          <ac:chgData name="Swati Mishra" userId="4ecbbe41-a93b-48f9-aa26-d01cbfd2c273" providerId="ADAL" clId="{66DB6158-1A18-4199-BA6D-06674FF3C921}" dt="2026-07-25T23:44:02.702" v="2296" actId="208"/>
          <ac:picMkLst>
            <pc:docMk/>
            <pc:sldMk cId="3397407952" sldId="277"/>
            <ac:picMk id="6" creationId="{7E0EF14F-B64F-A616-8BD1-F4AAA23E7CBE}"/>
          </ac:picMkLst>
        </pc:picChg>
        <pc:picChg chg="del">
          <ac:chgData name="Swati Mishra" userId="4ecbbe41-a93b-48f9-aa26-d01cbfd2c273" providerId="ADAL" clId="{66DB6158-1A18-4199-BA6D-06674FF3C921}" dt="2026-07-25T23:43:33.334" v="2276" actId="478"/>
          <ac:picMkLst>
            <pc:docMk/>
            <pc:sldMk cId="3397407952" sldId="277"/>
            <ac:picMk id="7" creationId="{23DAD47B-AD3F-EA96-E8D1-6FF0B998391B}"/>
          </ac:picMkLst>
        </pc:picChg>
      </pc:sldChg>
      <pc:sldChg chg="addSp delSp modSp new mod setBg">
        <pc:chgData name="Swati Mishra" userId="4ecbbe41-a93b-48f9-aa26-d01cbfd2c273" providerId="ADAL" clId="{66DB6158-1A18-4199-BA6D-06674FF3C921}" dt="2026-07-26T13:34:00.607" v="2348" actId="14100"/>
        <pc:sldMkLst>
          <pc:docMk/>
          <pc:sldMk cId="4117573305" sldId="278"/>
        </pc:sldMkLst>
        <pc:spChg chg="mod">
          <ac:chgData name="Swati Mishra" userId="4ecbbe41-a93b-48f9-aa26-d01cbfd2c273" providerId="ADAL" clId="{66DB6158-1A18-4199-BA6D-06674FF3C921}" dt="2026-07-26T13:33:31.320" v="2342" actId="14100"/>
          <ac:spMkLst>
            <pc:docMk/>
            <pc:sldMk cId="4117573305" sldId="278"/>
            <ac:spMk id="2" creationId="{68112A1F-0B24-FAE7-69E0-1FBAD0CBB90A}"/>
          </ac:spMkLst>
        </pc:spChg>
        <pc:spChg chg="del">
          <ac:chgData name="Swati Mishra" userId="4ecbbe41-a93b-48f9-aa26-d01cbfd2c273" providerId="ADAL" clId="{66DB6158-1A18-4199-BA6D-06674FF3C921}" dt="2026-07-26T13:32:38.280" v="2312" actId="478"/>
          <ac:spMkLst>
            <pc:docMk/>
            <pc:sldMk cId="4117573305" sldId="278"/>
            <ac:spMk id="3" creationId="{2E0A97A0-702E-236F-5578-F27C9D1BF7CF}"/>
          </ac:spMkLst>
        </pc:spChg>
        <pc:spChg chg="add del">
          <ac:chgData name="Swati Mishra" userId="4ecbbe41-a93b-48f9-aa26-d01cbfd2c273" providerId="ADAL" clId="{66DB6158-1A18-4199-BA6D-06674FF3C921}" dt="2026-07-26T13:32:40.090" v="2315" actId="22"/>
          <ac:spMkLst>
            <pc:docMk/>
            <pc:sldMk cId="4117573305" sldId="278"/>
            <ac:spMk id="5" creationId="{69A0F2DE-BC5E-C516-08CA-70B22B728ADD}"/>
          </ac:spMkLst>
        </pc:spChg>
        <pc:spChg chg="add">
          <ac:chgData name="Swati Mishra" userId="4ecbbe41-a93b-48f9-aa26-d01cbfd2c273" providerId="ADAL" clId="{66DB6158-1A18-4199-BA6D-06674FF3C921}" dt="2026-07-26T13:33:08.361" v="2318" actId="26606"/>
          <ac:spMkLst>
            <pc:docMk/>
            <pc:sldMk cId="4117573305" sldId="278"/>
            <ac:spMk id="12" creationId="{5BC51F77-AE74-4F38-B1DC-29475E38CABD}"/>
          </ac:spMkLst>
        </pc:spChg>
        <pc:spChg chg="add">
          <ac:chgData name="Swati Mishra" userId="4ecbbe41-a93b-48f9-aa26-d01cbfd2c273" providerId="ADAL" clId="{66DB6158-1A18-4199-BA6D-06674FF3C921}" dt="2026-07-26T13:33:08.361" v="2318" actId="26606"/>
          <ac:spMkLst>
            <pc:docMk/>
            <pc:sldMk cId="4117573305" sldId="278"/>
            <ac:spMk id="14" creationId="{FCE87B8C-E5AA-4044-AB91-DDA3084BE456}"/>
          </ac:spMkLst>
        </pc:spChg>
        <pc:picChg chg="add mod">
          <ac:chgData name="Swati Mishra" userId="4ecbbe41-a93b-48f9-aa26-d01cbfd2c273" providerId="ADAL" clId="{66DB6158-1A18-4199-BA6D-06674FF3C921}" dt="2026-07-26T13:34:00.607" v="2348" actId="14100"/>
          <ac:picMkLst>
            <pc:docMk/>
            <pc:sldMk cId="4117573305" sldId="278"/>
            <ac:picMk id="7" creationId="{9B3E4506-F92C-A1DA-EF8D-9BF6C925BE26}"/>
          </ac:picMkLst>
        </pc:picChg>
      </pc:sldChg>
      <pc:sldChg chg="addSp delSp modSp new mod setBg addAnim delAnim">
        <pc:chgData name="Swati Mishra" userId="4ecbbe41-a93b-48f9-aa26-d01cbfd2c273" providerId="ADAL" clId="{66DB6158-1A18-4199-BA6D-06674FF3C921}" dt="2026-07-26T14:14:48.543" v="2409" actId="20577"/>
        <pc:sldMkLst>
          <pc:docMk/>
          <pc:sldMk cId="750845343" sldId="279"/>
        </pc:sldMkLst>
        <pc:spChg chg="mod">
          <ac:chgData name="Swati Mishra" userId="4ecbbe41-a93b-48f9-aa26-d01cbfd2c273" providerId="ADAL" clId="{66DB6158-1A18-4199-BA6D-06674FF3C921}" dt="2026-07-26T14:14:48.543" v="2409" actId="20577"/>
          <ac:spMkLst>
            <pc:docMk/>
            <pc:sldMk cId="750845343" sldId="279"/>
            <ac:spMk id="2" creationId="{815E4D83-628A-0C5A-C685-CAFD9C4F6FDC}"/>
          </ac:spMkLst>
        </pc:spChg>
        <pc:spChg chg="del">
          <ac:chgData name="Swati Mishra" userId="4ecbbe41-a93b-48f9-aa26-d01cbfd2c273" providerId="ADAL" clId="{66DB6158-1A18-4199-BA6D-06674FF3C921}" dt="2026-07-26T14:14:36.519" v="2396" actId="478"/>
          <ac:spMkLst>
            <pc:docMk/>
            <pc:sldMk cId="750845343" sldId="279"/>
            <ac:spMk id="3" creationId="{8F82DF9A-DADB-638F-709D-987CF1293B00}"/>
          </ac:spMkLst>
        </pc:spChg>
        <pc:spChg chg="add del">
          <ac:chgData name="Swati Mishra" userId="4ecbbe41-a93b-48f9-aa26-d01cbfd2c273" providerId="ADAL" clId="{66DB6158-1A18-4199-BA6D-06674FF3C921}" dt="2026-07-26T14:14:41.613" v="2399" actId="26606"/>
          <ac:spMkLst>
            <pc:docMk/>
            <pc:sldMk cId="750845343" sldId="279"/>
            <ac:spMk id="8" creationId="{BD1CAB03-F6A4-4736-85F6-261056424D9D}"/>
          </ac:spMkLst>
        </pc:spChg>
        <pc:spChg chg="add del">
          <ac:chgData name="Swati Mishra" userId="4ecbbe41-a93b-48f9-aa26-d01cbfd2c273" providerId="ADAL" clId="{66DB6158-1A18-4199-BA6D-06674FF3C921}" dt="2026-07-26T14:14:41.613" v="2399" actId="26606"/>
          <ac:spMkLst>
            <pc:docMk/>
            <pc:sldMk cId="750845343" sldId="279"/>
            <ac:spMk id="10" creationId="{3E2321B3-5D47-422E-8DD6-192DA485FF63}"/>
          </ac:spMkLst>
        </pc:spChg>
        <pc:spChg chg="add">
          <ac:chgData name="Swati Mishra" userId="4ecbbe41-a93b-48f9-aa26-d01cbfd2c273" providerId="ADAL" clId="{66DB6158-1A18-4199-BA6D-06674FF3C921}" dt="2026-07-26T14:14:41.703" v="2400" actId="26606"/>
          <ac:spMkLst>
            <pc:docMk/>
            <pc:sldMk cId="750845343" sldId="279"/>
            <ac:spMk id="13" creationId="{FC23C8D4-BD3D-4473-B3D0-89011586BE82}"/>
          </ac:spMkLst>
        </pc:spChg>
        <pc:picChg chg="add del">
          <ac:chgData name="Swati Mishra" userId="4ecbbe41-a93b-48f9-aa26-d01cbfd2c273" providerId="ADAL" clId="{66DB6158-1A18-4199-BA6D-06674FF3C921}" dt="2026-07-26T14:14:41.613" v="2399" actId="26606"/>
          <ac:picMkLst>
            <pc:docMk/>
            <pc:sldMk cId="750845343" sldId="279"/>
            <ac:picMk id="4" creationId="{D0945CD6-5A2E-F6DA-3894-44A6AAF94C86}"/>
          </ac:picMkLst>
        </pc:picChg>
        <pc:picChg chg="add">
          <ac:chgData name="Swati Mishra" userId="4ecbbe41-a93b-48f9-aa26-d01cbfd2c273" providerId="ADAL" clId="{66DB6158-1A18-4199-BA6D-06674FF3C921}" dt="2026-07-26T14:14:41.703" v="2400" actId="26606"/>
          <ac:picMkLst>
            <pc:docMk/>
            <pc:sldMk cId="750845343" sldId="279"/>
            <ac:picMk id="12" creationId="{B16C83E6-DF67-D96D-5BD4-705DBE29D9A6}"/>
          </ac:picMkLst>
        </pc:picChg>
      </pc:sldChg>
      <pc:sldChg chg="delSp modSp add mod">
        <pc:chgData name="Swati Mishra" userId="4ecbbe41-a93b-48f9-aa26-d01cbfd2c273" providerId="ADAL" clId="{66DB6158-1A18-4199-BA6D-06674FF3C921}" dt="2026-07-26T14:20:08.788" v="2468" actId="20577"/>
        <pc:sldMkLst>
          <pc:docMk/>
          <pc:sldMk cId="3302044455" sldId="280"/>
        </pc:sldMkLst>
        <pc:spChg chg="mod">
          <ac:chgData name="Swati Mishra" userId="4ecbbe41-a93b-48f9-aa26-d01cbfd2c273" providerId="ADAL" clId="{66DB6158-1A18-4199-BA6D-06674FF3C921}" dt="2026-07-26T14:20:08.788" v="2468" actId="20577"/>
          <ac:spMkLst>
            <pc:docMk/>
            <pc:sldMk cId="3302044455" sldId="280"/>
            <ac:spMk id="2" creationId="{632B1FE2-2022-179E-987B-DEA298875ABF}"/>
          </ac:spMkLst>
        </pc:spChg>
        <pc:picChg chg="del">
          <ac:chgData name="Swati Mishra" userId="4ecbbe41-a93b-48f9-aa26-d01cbfd2c273" providerId="ADAL" clId="{66DB6158-1A18-4199-BA6D-06674FF3C921}" dt="2026-07-26T14:18:52.351" v="2445" actId="478"/>
          <ac:picMkLst>
            <pc:docMk/>
            <pc:sldMk cId="3302044455" sldId="280"/>
            <ac:picMk id="5" creationId="{BC031330-EA71-CBA6-FF1B-DCF1B38583F2}"/>
          </ac:picMkLst>
        </pc:picChg>
        <pc:picChg chg="mod modCrop">
          <ac:chgData name="Swati Mishra" userId="4ecbbe41-a93b-48f9-aa26-d01cbfd2c273" providerId="ADAL" clId="{66DB6158-1A18-4199-BA6D-06674FF3C921}" dt="2026-07-26T14:19:39.111" v="2455" actId="14100"/>
          <ac:picMkLst>
            <pc:docMk/>
            <pc:sldMk cId="3302044455" sldId="280"/>
            <ac:picMk id="7" creationId="{67BAE453-4D1D-9F81-8703-6AFAB2909C22}"/>
          </ac:picMkLst>
        </pc:picChg>
      </pc:sldChg>
      <pc:sldMasterChg chg="add del addSldLayout delSldLayout">
        <pc:chgData name="Swati Mishra" userId="4ecbbe41-a93b-48f9-aa26-d01cbfd2c273" providerId="ADAL" clId="{66DB6158-1A18-4199-BA6D-06674FF3C921}" dt="2026-07-25T18:25:13.984" v="17" actId="26606"/>
        <pc:sldMasterMkLst>
          <pc:docMk/>
          <pc:sldMasterMk cId="2630229451" sldId="2147483648"/>
        </pc:sldMasterMkLst>
        <pc:sldLayoutChg chg="add del">
          <pc:chgData name="Swati Mishra" userId="4ecbbe41-a93b-48f9-aa26-d01cbfd2c273" providerId="ADAL" clId="{66DB6158-1A18-4199-BA6D-06674FF3C921}" dt="2026-07-25T18:25:13.984" v="17" actId="26606"/>
          <pc:sldLayoutMkLst>
            <pc:docMk/>
            <pc:sldMasterMk cId="2630229451" sldId="2147483648"/>
            <pc:sldLayoutMk cId="1731463806" sldId="2147483649"/>
          </pc:sldLayoutMkLst>
        </pc:sldLayoutChg>
        <pc:sldLayoutChg chg="add del">
          <pc:chgData name="Swati Mishra" userId="4ecbbe41-a93b-48f9-aa26-d01cbfd2c273" providerId="ADAL" clId="{66DB6158-1A18-4199-BA6D-06674FF3C921}" dt="2026-07-25T18:25:13.984" v="17" actId="26606"/>
          <pc:sldLayoutMkLst>
            <pc:docMk/>
            <pc:sldMasterMk cId="2630229451" sldId="2147483648"/>
            <pc:sldLayoutMk cId="592732783" sldId="2147483650"/>
          </pc:sldLayoutMkLst>
        </pc:sldLayoutChg>
        <pc:sldLayoutChg chg="add del">
          <pc:chgData name="Swati Mishra" userId="4ecbbe41-a93b-48f9-aa26-d01cbfd2c273" providerId="ADAL" clId="{66DB6158-1A18-4199-BA6D-06674FF3C921}" dt="2026-07-25T18:25:13.984" v="17" actId="26606"/>
          <pc:sldLayoutMkLst>
            <pc:docMk/>
            <pc:sldMasterMk cId="2630229451" sldId="2147483648"/>
            <pc:sldLayoutMk cId="1698766292" sldId="2147483651"/>
          </pc:sldLayoutMkLst>
        </pc:sldLayoutChg>
        <pc:sldLayoutChg chg="add del">
          <pc:chgData name="Swati Mishra" userId="4ecbbe41-a93b-48f9-aa26-d01cbfd2c273" providerId="ADAL" clId="{66DB6158-1A18-4199-BA6D-06674FF3C921}" dt="2026-07-25T18:25:13.984" v="17" actId="26606"/>
          <pc:sldLayoutMkLst>
            <pc:docMk/>
            <pc:sldMasterMk cId="2630229451" sldId="2147483648"/>
            <pc:sldLayoutMk cId="1348647402" sldId="2147483652"/>
          </pc:sldLayoutMkLst>
        </pc:sldLayoutChg>
        <pc:sldLayoutChg chg="add del">
          <pc:chgData name="Swati Mishra" userId="4ecbbe41-a93b-48f9-aa26-d01cbfd2c273" providerId="ADAL" clId="{66DB6158-1A18-4199-BA6D-06674FF3C921}" dt="2026-07-25T18:25:13.984" v="17" actId="26606"/>
          <pc:sldLayoutMkLst>
            <pc:docMk/>
            <pc:sldMasterMk cId="2630229451" sldId="2147483648"/>
            <pc:sldLayoutMk cId="551847647" sldId="2147483653"/>
          </pc:sldLayoutMkLst>
        </pc:sldLayoutChg>
        <pc:sldLayoutChg chg="add del">
          <pc:chgData name="Swati Mishra" userId="4ecbbe41-a93b-48f9-aa26-d01cbfd2c273" providerId="ADAL" clId="{66DB6158-1A18-4199-BA6D-06674FF3C921}" dt="2026-07-25T18:25:13.984" v="17" actId="26606"/>
          <pc:sldLayoutMkLst>
            <pc:docMk/>
            <pc:sldMasterMk cId="2630229451" sldId="2147483648"/>
            <pc:sldLayoutMk cId="3556294680" sldId="2147483654"/>
          </pc:sldLayoutMkLst>
        </pc:sldLayoutChg>
        <pc:sldLayoutChg chg="add del">
          <pc:chgData name="Swati Mishra" userId="4ecbbe41-a93b-48f9-aa26-d01cbfd2c273" providerId="ADAL" clId="{66DB6158-1A18-4199-BA6D-06674FF3C921}" dt="2026-07-25T18:25:13.984" v="17" actId="26606"/>
          <pc:sldLayoutMkLst>
            <pc:docMk/>
            <pc:sldMasterMk cId="2630229451" sldId="2147483648"/>
            <pc:sldLayoutMk cId="3009453281" sldId="2147483655"/>
          </pc:sldLayoutMkLst>
        </pc:sldLayoutChg>
        <pc:sldLayoutChg chg="add del">
          <pc:chgData name="Swati Mishra" userId="4ecbbe41-a93b-48f9-aa26-d01cbfd2c273" providerId="ADAL" clId="{66DB6158-1A18-4199-BA6D-06674FF3C921}" dt="2026-07-25T18:25:13.984" v="17" actId="26606"/>
          <pc:sldLayoutMkLst>
            <pc:docMk/>
            <pc:sldMasterMk cId="2630229451" sldId="2147483648"/>
            <pc:sldLayoutMk cId="3793559313" sldId="2147483656"/>
          </pc:sldLayoutMkLst>
        </pc:sldLayoutChg>
        <pc:sldLayoutChg chg="add del">
          <pc:chgData name="Swati Mishra" userId="4ecbbe41-a93b-48f9-aa26-d01cbfd2c273" providerId="ADAL" clId="{66DB6158-1A18-4199-BA6D-06674FF3C921}" dt="2026-07-25T18:25:13.984" v="17" actId="26606"/>
          <pc:sldLayoutMkLst>
            <pc:docMk/>
            <pc:sldMasterMk cId="2630229451" sldId="2147483648"/>
            <pc:sldLayoutMk cId="3642917853" sldId="2147483657"/>
          </pc:sldLayoutMkLst>
        </pc:sldLayoutChg>
        <pc:sldLayoutChg chg="add del">
          <pc:chgData name="Swati Mishra" userId="4ecbbe41-a93b-48f9-aa26-d01cbfd2c273" providerId="ADAL" clId="{66DB6158-1A18-4199-BA6D-06674FF3C921}" dt="2026-07-25T18:25:13.984" v="17" actId="26606"/>
          <pc:sldLayoutMkLst>
            <pc:docMk/>
            <pc:sldMasterMk cId="2630229451" sldId="2147483648"/>
            <pc:sldLayoutMk cId="1650721861" sldId="2147483658"/>
          </pc:sldLayoutMkLst>
        </pc:sldLayoutChg>
        <pc:sldLayoutChg chg="add del">
          <pc:chgData name="Swati Mishra" userId="4ecbbe41-a93b-48f9-aa26-d01cbfd2c273" providerId="ADAL" clId="{66DB6158-1A18-4199-BA6D-06674FF3C921}" dt="2026-07-25T18:25:13.984" v="17" actId="26606"/>
          <pc:sldLayoutMkLst>
            <pc:docMk/>
            <pc:sldMasterMk cId="2630229451" sldId="2147483648"/>
            <pc:sldLayoutMk cId="3159959498" sldId="2147483659"/>
          </pc:sldLayoutMkLst>
        </pc:sldLayoutChg>
      </pc:sldMasterChg>
      <pc:sldMasterChg chg="add del addSldLayout delSldLayout">
        <pc:chgData name="Swati Mishra" userId="4ecbbe41-a93b-48f9-aa26-d01cbfd2c273" providerId="ADAL" clId="{66DB6158-1A18-4199-BA6D-06674FF3C921}" dt="2026-07-25T18:24:50.294" v="16" actId="26606"/>
        <pc:sldMasterMkLst>
          <pc:docMk/>
          <pc:sldMasterMk cId="641994111" sldId="2147483686"/>
        </pc:sldMasterMkLst>
        <pc:sldLayoutChg chg="add del">
          <pc:chgData name="Swati Mishra" userId="4ecbbe41-a93b-48f9-aa26-d01cbfd2c273" providerId="ADAL" clId="{66DB6158-1A18-4199-BA6D-06674FF3C921}" dt="2026-07-25T18:24:50.294" v="16" actId="26606"/>
          <pc:sldLayoutMkLst>
            <pc:docMk/>
            <pc:sldMasterMk cId="641994111" sldId="2147483686"/>
            <pc:sldLayoutMk cId="1268003841" sldId="2147483675"/>
          </pc:sldLayoutMkLst>
        </pc:sldLayoutChg>
        <pc:sldLayoutChg chg="add del">
          <pc:chgData name="Swati Mishra" userId="4ecbbe41-a93b-48f9-aa26-d01cbfd2c273" providerId="ADAL" clId="{66DB6158-1A18-4199-BA6D-06674FF3C921}" dt="2026-07-25T18:24:50.294" v="16" actId="26606"/>
          <pc:sldLayoutMkLst>
            <pc:docMk/>
            <pc:sldMasterMk cId="641994111" sldId="2147483686"/>
            <pc:sldLayoutMk cId="432630601" sldId="2147483676"/>
          </pc:sldLayoutMkLst>
        </pc:sldLayoutChg>
        <pc:sldLayoutChg chg="add del">
          <pc:chgData name="Swati Mishra" userId="4ecbbe41-a93b-48f9-aa26-d01cbfd2c273" providerId="ADAL" clId="{66DB6158-1A18-4199-BA6D-06674FF3C921}" dt="2026-07-25T18:24:50.294" v="16" actId="26606"/>
          <pc:sldLayoutMkLst>
            <pc:docMk/>
            <pc:sldMasterMk cId="641994111" sldId="2147483686"/>
            <pc:sldLayoutMk cId="4025121219" sldId="2147483677"/>
          </pc:sldLayoutMkLst>
        </pc:sldLayoutChg>
        <pc:sldLayoutChg chg="add del">
          <pc:chgData name="Swati Mishra" userId="4ecbbe41-a93b-48f9-aa26-d01cbfd2c273" providerId="ADAL" clId="{66DB6158-1A18-4199-BA6D-06674FF3C921}" dt="2026-07-25T18:24:50.294" v="16" actId="26606"/>
          <pc:sldLayoutMkLst>
            <pc:docMk/>
            <pc:sldMasterMk cId="641994111" sldId="2147483686"/>
            <pc:sldLayoutMk cId="3739974808" sldId="2147483678"/>
          </pc:sldLayoutMkLst>
        </pc:sldLayoutChg>
        <pc:sldLayoutChg chg="add del">
          <pc:chgData name="Swati Mishra" userId="4ecbbe41-a93b-48f9-aa26-d01cbfd2c273" providerId="ADAL" clId="{66DB6158-1A18-4199-BA6D-06674FF3C921}" dt="2026-07-25T18:24:50.294" v="16" actId="26606"/>
          <pc:sldLayoutMkLst>
            <pc:docMk/>
            <pc:sldMasterMk cId="641994111" sldId="2147483686"/>
            <pc:sldLayoutMk cId="2342139115" sldId="2147483679"/>
          </pc:sldLayoutMkLst>
        </pc:sldLayoutChg>
        <pc:sldLayoutChg chg="add del">
          <pc:chgData name="Swati Mishra" userId="4ecbbe41-a93b-48f9-aa26-d01cbfd2c273" providerId="ADAL" clId="{66DB6158-1A18-4199-BA6D-06674FF3C921}" dt="2026-07-25T18:24:50.294" v="16" actId="26606"/>
          <pc:sldLayoutMkLst>
            <pc:docMk/>
            <pc:sldMasterMk cId="641994111" sldId="2147483686"/>
            <pc:sldLayoutMk cId="3701336331" sldId="2147483680"/>
          </pc:sldLayoutMkLst>
        </pc:sldLayoutChg>
        <pc:sldLayoutChg chg="add del">
          <pc:chgData name="Swati Mishra" userId="4ecbbe41-a93b-48f9-aa26-d01cbfd2c273" providerId="ADAL" clId="{66DB6158-1A18-4199-BA6D-06674FF3C921}" dt="2026-07-25T18:24:50.294" v="16" actId="26606"/>
          <pc:sldLayoutMkLst>
            <pc:docMk/>
            <pc:sldMasterMk cId="641994111" sldId="2147483686"/>
            <pc:sldLayoutMk cId="1791038809" sldId="2147483681"/>
          </pc:sldLayoutMkLst>
        </pc:sldLayoutChg>
        <pc:sldLayoutChg chg="add del">
          <pc:chgData name="Swati Mishra" userId="4ecbbe41-a93b-48f9-aa26-d01cbfd2c273" providerId="ADAL" clId="{66DB6158-1A18-4199-BA6D-06674FF3C921}" dt="2026-07-25T18:24:50.294" v="16" actId="26606"/>
          <pc:sldLayoutMkLst>
            <pc:docMk/>
            <pc:sldMasterMk cId="641994111" sldId="2147483686"/>
            <pc:sldLayoutMk cId="2361575646" sldId="2147483682"/>
          </pc:sldLayoutMkLst>
        </pc:sldLayoutChg>
        <pc:sldLayoutChg chg="add del">
          <pc:chgData name="Swati Mishra" userId="4ecbbe41-a93b-48f9-aa26-d01cbfd2c273" providerId="ADAL" clId="{66DB6158-1A18-4199-BA6D-06674FF3C921}" dt="2026-07-25T18:24:50.294" v="16" actId="26606"/>
          <pc:sldLayoutMkLst>
            <pc:docMk/>
            <pc:sldMasterMk cId="641994111" sldId="2147483686"/>
            <pc:sldLayoutMk cId="183231071" sldId="2147483683"/>
          </pc:sldLayoutMkLst>
        </pc:sldLayoutChg>
        <pc:sldLayoutChg chg="add del">
          <pc:chgData name="Swati Mishra" userId="4ecbbe41-a93b-48f9-aa26-d01cbfd2c273" providerId="ADAL" clId="{66DB6158-1A18-4199-BA6D-06674FF3C921}" dt="2026-07-25T18:24:50.294" v="16" actId="26606"/>
          <pc:sldLayoutMkLst>
            <pc:docMk/>
            <pc:sldMasterMk cId="641994111" sldId="2147483686"/>
            <pc:sldLayoutMk cId="3872800846" sldId="2147483684"/>
          </pc:sldLayoutMkLst>
        </pc:sldLayoutChg>
        <pc:sldLayoutChg chg="add del">
          <pc:chgData name="Swati Mishra" userId="4ecbbe41-a93b-48f9-aa26-d01cbfd2c273" providerId="ADAL" clId="{66DB6158-1A18-4199-BA6D-06674FF3C921}" dt="2026-07-25T18:24:50.294" v="16" actId="26606"/>
          <pc:sldLayoutMkLst>
            <pc:docMk/>
            <pc:sldMasterMk cId="641994111" sldId="2147483686"/>
            <pc:sldLayoutMk cId="3494588311" sldId="2147483685"/>
          </pc:sldLayoutMkLst>
        </pc:sldLayoutChg>
      </pc:sldMasterChg>
      <pc:sldMasterChg chg="add del addSldLayout delSldLayout">
        <pc:chgData name="Swati Mishra" userId="4ecbbe41-a93b-48f9-aa26-d01cbfd2c273" providerId="ADAL" clId="{66DB6158-1A18-4199-BA6D-06674FF3C921}" dt="2026-07-25T18:21:11.447" v="3" actId="26606"/>
        <pc:sldMasterMkLst>
          <pc:docMk/>
          <pc:sldMasterMk cId="3958041512" sldId="2147483725"/>
        </pc:sldMasterMkLst>
        <pc:sldLayoutChg chg="add del">
          <pc:chgData name="Swati Mishra" userId="4ecbbe41-a93b-48f9-aa26-d01cbfd2c273" providerId="ADAL" clId="{66DB6158-1A18-4199-BA6D-06674FF3C921}" dt="2026-07-25T18:21:11.447" v="3" actId="26606"/>
          <pc:sldLayoutMkLst>
            <pc:docMk/>
            <pc:sldMasterMk cId="3958041512" sldId="2147483725"/>
            <pc:sldLayoutMk cId="407617587" sldId="2147483714"/>
          </pc:sldLayoutMkLst>
        </pc:sldLayoutChg>
        <pc:sldLayoutChg chg="add del">
          <pc:chgData name="Swati Mishra" userId="4ecbbe41-a93b-48f9-aa26-d01cbfd2c273" providerId="ADAL" clId="{66DB6158-1A18-4199-BA6D-06674FF3C921}" dt="2026-07-25T18:21:11.447" v="3" actId="26606"/>
          <pc:sldLayoutMkLst>
            <pc:docMk/>
            <pc:sldMasterMk cId="3958041512" sldId="2147483725"/>
            <pc:sldLayoutMk cId="2746987358" sldId="2147483715"/>
          </pc:sldLayoutMkLst>
        </pc:sldLayoutChg>
        <pc:sldLayoutChg chg="add del">
          <pc:chgData name="Swati Mishra" userId="4ecbbe41-a93b-48f9-aa26-d01cbfd2c273" providerId="ADAL" clId="{66DB6158-1A18-4199-BA6D-06674FF3C921}" dt="2026-07-25T18:21:11.447" v="3" actId="26606"/>
          <pc:sldLayoutMkLst>
            <pc:docMk/>
            <pc:sldMasterMk cId="3958041512" sldId="2147483725"/>
            <pc:sldLayoutMk cId="298129225" sldId="2147483716"/>
          </pc:sldLayoutMkLst>
        </pc:sldLayoutChg>
        <pc:sldLayoutChg chg="add del">
          <pc:chgData name="Swati Mishra" userId="4ecbbe41-a93b-48f9-aa26-d01cbfd2c273" providerId="ADAL" clId="{66DB6158-1A18-4199-BA6D-06674FF3C921}" dt="2026-07-25T18:21:11.447" v="3" actId="26606"/>
          <pc:sldLayoutMkLst>
            <pc:docMk/>
            <pc:sldMasterMk cId="3958041512" sldId="2147483725"/>
            <pc:sldLayoutMk cId="3170687637" sldId="2147483717"/>
          </pc:sldLayoutMkLst>
        </pc:sldLayoutChg>
        <pc:sldLayoutChg chg="add del">
          <pc:chgData name="Swati Mishra" userId="4ecbbe41-a93b-48f9-aa26-d01cbfd2c273" providerId="ADAL" clId="{66DB6158-1A18-4199-BA6D-06674FF3C921}" dt="2026-07-25T18:21:11.447" v="3" actId="26606"/>
          <pc:sldLayoutMkLst>
            <pc:docMk/>
            <pc:sldMasterMk cId="3958041512" sldId="2147483725"/>
            <pc:sldLayoutMk cId="2458049394" sldId="2147483718"/>
          </pc:sldLayoutMkLst>
        </pc:sldLayoutChg>
        <pc:sldLayoutChg chg="add del">
          <pc:chgData name="Swati Mishra" userId="4ecbbe41-a93b-48f9-aa26-d01cbfd2c273" providerId="ADAL" clId="{66DB6158-1A18-4199-BA6D-06674FF3C921}" dt="2026-07-25T18:21:11.447" v="3" actId="26606"/>
          <pc:sldLayoutMkLst>
            <pc:docMk/>
            <pc:sldMasterMk cId="3958041512" sldId="2147483725"/>
            <pc:sldLayoutMk cId="4037451056" sldId="2147483719"/>
          </pc:sldLayoutMkLst>
        </pc:sldLayoutChg>
        <pc:sldLayoutChg chg="add del">
          <pc:chgData name="Swati Mishra" userId="4ecbbe41-a93b-48f9-aa26-d01cbfd2c273" providerId="ADAL" clId="{66DB6158-1A18-4199-BA6D-06674FF3C921}" dt="2026-07-25T18:21:11.447" v="3" actId="26606"/>
          <pc:sldLayoutMkLst>
            <pc:docMk/>
            <pc:sldMasterMk cId="3958041512" sldId="2147483725"/>
            <pc:sldLayoutMk cId="2852516985" sldId="2147483720"/>
          </pc:sldLayoutMkLst>
        </pc:sldLayoutChg>
        <pc:sldLayoutChg chg="add del">
          <pc:chgData name="Swati Mishra" userId="4ecbbe41-a93b-48f9-aa26-d01cbfd2c273" providerId="ADAL" clId="{66DB6158-1A18-4199-BA6D-06674FF3C921}" dt="2026-07-25T18:21:11.447" v="3" actId="26606"/>
          <pc:sldLayoutMkLst>
            <pc:docMk/>
            <pc:sldMasterMk cId="3958041512" sldId="2147483725"/>
            <pc:sldLayoutMk cId="3109892281" sldId="2147483721"/>
          </pc:sldLayoutMkLst>
        </pc:sldLayoutChg>
        <pc:sldLayoutChg chg="add del">
          <pc:chgData name="Swati Mishra" userId="4ecbbe41-a93b-48f9-aa26-d01cbfd2c273" providerId="ADAL" clId="{66DB6158-1A18-4199-BA6D-06674FF3C921}" dt="2026-07-25T18:21:11.447" v="3" actId="26606"/>
          <pc:sldLayoutMkLst>
            <pc:docMk/>
            <pc:sldMasterMk cId="3958041512" sldId="2147483725"/>
            <pc:sldLayoutMk cId="1885721637" sldId="2147483722"/>
          </pc:sldLayoutMkLst>
        </pc:sldLayoutChg>
        <pc:sldLayoutChg chg="add del">
          <pc:chgData name="Swati Mishra" userId="4ecbbe41-a93b-48f9-aa26-d01cbfd2c273" providerId="ADAL" clId="{66DB6158-1A18-4199-BA6D-06674FF3C921}" dt="2026-07-25T18:21:11.447" v="3" actId="26606"/>
          <pc:sldLayoutMkLst>
            <pc:docMk/>
            <pc:sldMasterMk cId="3958041512" sldId="2147483725"/>
            <pc:sldLayoutMk cId="3081336349" sldId="2147483723"/>
          </pc:sldLayoutMkLst>
        </pc:sldLayoutChg>
        <pc:sldLayoutChg chg="add del">
          <pc:chgData name="Swati Mishra" userId="4ecbbe41-a93b-48f9-aa26-d01cbfd2c273" providerId="ADAL" clId="{66DB6158-1A18-4199-BA6D-06674FF3C921}" dt="2026-07-25T18:21:11.447" v="3" actId="26606"/>
          <pc:sldLayoutMkLst>
            <pc:docMk/>
            <pc:sldMasterMk cId="3958041512" sldId="2147483725"/>
            <pc:sldLayoutMk cId="3508664517" sldId="2147483724"/>
          </pc:sldLayoutMkLst>
        </pc:sldLayoutChg>
      </pc:sldMasterChg>
      <pc:sldMasterChg chg="add del addSldLayout delSldLayout">
        <pc:chgData name="Swati Mishra" userId="4ecbbe41-a93b-48f9-aa26-d01cbfd2c273" providerId="ADAL" clId="{66DB6158-1A18-4199-BA6D-06674FF3C921}" dt="2026-07-25T18:31:34.790" v="124" actId="26606"/>
        <pc:sldMasterMkLst>
          <pc:docMk/>
          <pc:sldMasterMk cId="1493729971" sldId="2147483738"/>
        </pc:sldMasterMkLst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1493729971" sldId="2147483738"/>
            <pc:sldLayoutMk cId="831206405" sldId="2147483727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1493729971" sldId="2147483738"/>
            <pc:sldLayoutMk cId="1078052280" sldId="2147483728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1493729971" sldId="2147483738"/>
            <pc:sldLayoutMk cId="1965917251" sldId="2147483729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1493729971" sldId="2147483738"/>
            <pc:sldLayoutMk cId="3498196599" sldId="2147483730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1493729971" sldId="2147483738"/>
            <pc:sldLayoutMk cId="834195942" sldId="2147483731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1493729971" sldId="2147483738"/>
            <pc:sldLayoutMk cId="2117004282" sldId="2147483732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1493729971" sldId="2147483738"/>
            <pc:sldLayoutMk cId="4155725703" sldId="2147483733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1493729971" sldId="2147483738"/>
            <pc:sldLayoutMk cId="3720575095" sldId="2147483734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1493729971" sldId="2147483738"/>
            <pc:sldLayoutMk cId="2038726200" sldId="2147483735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1493729971" sldId="2147483738"/>
            <pc:sldLayoutMk cId="2575013429" sldId="2147483736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1493729971" sldId="2147483738"/>
            <pc:sldLayoutMk cId="1146548922" sldId="2147483737"/>
          </pc:sldLayoutMkLst>
        </pc:sldLayoutChg>
      </pc:sldMasterChg>
      <pc:sldMasterChg chg="add del addSldLayout delSldLayout">
        <pc:chgData name="Swati Mishra" userId="4ecbbe41-a93b-48f9-aa26-d01cbfd2c273" providerId="ADAL" clId="{66DB6158-1A18-4199-BA6D-06674FF3C921}" dt="2026-07-25T18:31:10.969" v="113" actId="26606"/>
        <pc:sldMasterMkLst>
          <pc:docMk/>
          <pc:sldMasterMk cId="3680526360" sldId="2147483788"/>
        </pc:sldMasterMkLst>
        <pc:sldLayoutChg chg="add del">
          <pc:chgData name="Swati Mishra" userId="4ecbbe41-a93b-48f9-aa26-d01cbfd2c273" providerId="ADAL" clId="{66DB6158-1A18-4199-BA6D-06674FF3C921}" dt="2026-07-25T18:31:10.969" v="113" actId="26606"/>
          <pc:sldLayoutMkLst>
            <pc:docMk/>
            <pc:sldMasterMk cId="3680526360" sldId="2147483788"/>
            <pc:sldLayoutMk cId="2736694037" sldId="2147483777"/>
          </pc:sldLayoutMkLst>
        </pc:sldLayoutChg>
        <pc:sldLayoutChg chg="add del">
          <pc:chgData name="Swati Mishra" userId="4ecbbe41-a93b-48f9-aa26-d01cbfd2c273" providerId="ADAL" clId="{66DB6158-1A18-4199-BA6D-06674FF3C921}" dt="2026-07-25T18:31:10.969" v="113" actId="26606"/>
          <pc:sldLayoutMkLst>
            <pc:docMk/>
            <pc:sldMasterMk cId="3680526360" sldId="2147483788"/>
            <pc:sldLayoutMk cId="1669931525" sldId="2147483778"/>
          </pc:sldLayoutMkLst>
        </pc:sldLayoutChg>
        <pc:sldLayoutChg chg="add del">
          <pc:chgData name="Swati Mishra" userId="4ecbbe41-a93b-48f9-aa26-d01cbfd2c273" providerId="ADAL" clId="{66DB6158-1A18-4199-BA6D-06674FF3C921}" dt="2026-07-25T18:31:10.969" v="113" actId="26606"/>
          <pc:sldLayoutMkLst>
            <pc:docMk/>
            <pc:sldMasterMk cId="3680526360" sldId="2147483788"/>
            <pc:sldLayoutMk cId="965078481" sldId="2147483779"/>
          </pc:sldLayoutMkLst>
        </pc:sldLayoutChg>
        <pc:sldLayoutChg chg="add del">
          <pc:chgData name="Swati Mishra" userId="4ecbbe41-a93b-48f9-aa26-d01cbfd2c273" providerId="ADAL" clId="{66DB6158-1A18-4199-BA6D-06674FF3C921}" dt="2026-07-25T18:31:10.969" v="113" actId="26606"/>
          <pc:sldLayoutMkLst>
            <pc:docMk/>
            <pc:sldMasterMk cId="3680526360" sldId="2147483788"/>
            <pc:sldLayoutMk cId="1633082147" sldId="2147483780"/>
          </pc:sldLayoutMkLst>
        </pc:sldLayoutChg>
        <pc:sldLayoutChg chg="add del">
          <pc:chgData name="Swati Mishra" userId="4ecbbe41-a93b-48f9-aa26-d01cbfd2c273" providerId="ADAL" clId="{66DB6158-1A18-4199-BA6D-06674FF3C921}" dt="2026-07-25T18:31:10.969" v="113" actId="26606"/>
          <pc:sldLayoutMkLst>
            <pc:docMk/>
            <pc:sldMasterMk cId="3680526360" sldId="2147483788"/>
            <pc:sldLayoutMk cId="629276049" sldId="2147483781"/>
          </pc:sldLayoutMkLst>
        </pc:sldLayoutChg>
        <pc:sldLayoutChg chg="add del">
          <pc:chgData name="Swati Mishra" userId="4ecbbe41-a93b-48f9-aa26-d01cbfd2c273" providerId="ADAL" clId="{66DB6158-1A18-4199-BA6D-06674FF3C921}" dt="2026-07-25T18:31:10.969" v="113" actId="26606"/>
          <pc:sldLayoutMkLst>
            <pc:docMk/>
            <pc:sldMasterMk cId="3680526360" sldId="2147483788"/>
            <pc:sldLayoutMk cId="3999270582" sldId="2147483782"/>
          </pc:sldLayoutMkLst>
        </pc:sldLayoutChg>
        <pc:sldLayoutChg chg="add del">
          <pc:chgData name="Swati Mishra" userId="4ecbbe41-a93b-48f9-aa26-d01cbfd2c273" providerId="ADAL" clId="{66DB6158-1A18-4199-BA6D-06674FF3C921}" dt="2026-07-25T18:31:10.969" v="113" actId="26606"/>
          <pc:sldLayoutMkLst>
            <pc:docMk/>
            <pc:sldMasterMk cId="3680526360" sldId="2147483788"/>
            <pc:sldLayoutMk cId="2889472445" sldId="2147483783"/>
          </pc:sldLayoutMkLst>
        </pc:sldLayoutChg>
        <pc:sldLayoutChg chg="add del">
          <pc:chgData name="Swati Mishra" userId="4ecbbe41-a93b-48f9-aa26-d01cbfd2c273" providerId="ADAL" clId="{66DB6158-1A18-4199-BA6D-06674FF3C921}" dt="2026-07-25T18:31:10.969" v="113" actId="26606"/>
          <pc:sldLayoutMkLst>
            <pc:docMk/>
            <pc:sldMasterMk cId="3680526360" sldId="2147483788"/>
            <pc:sldLayoutMk cId="2610759368" sldId="2147483784"/>
          </pc:sldLayoutMkLst>
        </pc:sldLayoutChg>
        <pc:sldLayoutChg chg="add del">
          <pc:chgData name="Swati Mishra" userId="4ecbbe41-a93b-48f9-aa26-d01cbfd2c273" providerId="ADAL" clId="{66DB6158-1A18-4199-BA6D-06674FF3C921}" dt="2026-07-25T18:31:10.969" v="113" actId="26606"/>
          <pc:sldLayoutMkLst>
            <pc:docMk/>
            <pc:sldMasterMk cId="3680526360" sldId="2147483788"/>
            <pc:sldLayoutMk cId="2064252264" sldId="2147483785"/>
          </pc:sldLayoutMkLst>
        </pc:sldLayoutChg>
        <pc:sldLayoutChg chg="add del">
          <pc:chgData name="Swati Mishra" userId="4ecbbe41-a93b-48f9-aa26-d01cbfd2c273" providerId="ADAL" clId="{66DB6158-1A18-4199-BA6D-06674FF3C921}" dt="2026-07-25T18:31:10.969" v="113" actId="26606"/>
          <pc:sldLayoutMkLst>
            <pc:docMk/>
            <pc:sldMasterMk cId="3680526360" sldId="2147483788"/>
            <pc:sldLayoutMk cId="1925085420" sldId="2147483786"/>
          </pc:sldLayoutMkLst>
        </pc:sldLayoutChg>
        <pc:sldLayoutChg chg="add del">
          <pc:chgData name="Swati Mishra" userId="4ecbbe41-a93b-48f9-aa26-d01cbfd2c273" providerId="ADAL" clId="{66DB6158-1A18-4199-BA6D-06674FF3C921}" dt="2026-07-25T18:31:10.969" v="113" actId="26606"/>
          <pc:sldLayoutMkLst>
            <pc:docMk/>
            <pc:sldMasterMk cId="3680526360" sldId="2147483788"/>
            <pc:sldLayoutMk cId="3991917323" sldId="2147483787"/>
          </pc:sldLayoutMkLst>
        </pc:sldLayoutChg>
      </pc:sldMasterChg>
      <pc:sldMasterChg chg="add del addSldLayout delSldLayout">
        <pc:chgData name="Swati Mishra" userId="4ecbbe41-a93b-48f9-aa26-d01cbfd2c273" providerId="ADAL" clId="{66DB6158-1A18-4199-BA6D-06674FF3C921}" dt="2026-07-25T18:31:14.022" v="117" actId="26606"/>
        <pc:sldMasterMkLst>
          <pc:docMk/>
          <pc:sldMasterMk cId="978924460" sldId="2147483814"/>
        </pc:sldMasterMkLst>
        <pc:sldLayoutChg chg="add del">
          <pc:chgData name="Swati Mishra" userId="4ecbbe41-a93b-48f9-aa26-d01cbfd2c273" providerId="ADAL" clId="{66DB6158-1A18-4199-BA6D-06674FF3C921}" dt="2026-07-25T18:31:14.022" v="117" actId="26606"/>
          <pc:sldLayoutMkLst>
            <pc:docMk/>
            <pc:sldMasterMk cId="978924460" sldId="2147483814"/>
            <pc:sldLayoutMk cId="4108582134" sldId="2147483803"/>
          </pc:sldLayoutMkLst>
        </pc:sldLayoutChg>
        <pc:sldLayoutChg chg="add del">
          <pc:chgData name="Swati Mishra" userId="4ecbbe41-a93b-48f9-aa26-d01cbfd2c273" providerId="ADAL" clId="{66DB6158-1A18-4199-BA6D-06674FF3C921}" dt="2026-07-25T18:31:14.022" v="117" actId="26606"/>
          <pc:sldLayoutMkLst>
            <pc:docMk/>
            <pc:sldMasterMk cId="978924460" sldId="2147483814"/>
            <pc:sldLayoutMk cId="3874289085" sldId="2147483804"/>
          </pc:sldLayoutMkLst>
        </pc:sldLayoutChg>
        <pc:sldLayoutChg chg="add del">
          <pc:chgData name="Swati Mishra" userId="4ecbbe41-a93b-48f9-aa26-d01cbfd2c273" providerId="ADAL" clId="{66DB6158-1A18-4199-BA6D-06674FF3C921}" dt="2026-07-25T18:31:14.022" v="117" actId="26606"/>
          <pc:sldLayoutMkLst>
            <pc:docMk/>
            <pc:sldMasterMk cId="978924460" sldId="2147483814"/>
            <pc:sldLayoutMk cId="1914041683" sldId="2147483805"/>
          </pc:sldLayoutMkLst>
        </pc:sldLayoutChg>
        <pc:sldLayoutChg chg="add del">
          <pc:chgData name="Swati Mishra" userId="4ecbbe41-a93b-48f9-aa26-d01cbfd2c273" providerId="ADAL" clId="{66DB6158-1A18-4199-BA6D-06674FF3C921}" dt="2026-07-25T18:31:14.022" v="117" actId="26606"/>
          <pc:sldLayoutMkLst>
            <pc:docMk/>
            <pc:sldMasterMk cId="978924460" sldId="2147483814"/>
            <pc:sldLayoutMk cId="2095792252" sldId="2147483806"/>
          </pc:sldLayoutMkLst>
        </pc:sldLayoutChg>
        <pc:sldLayoutChg chg="add del">
          <pc:chgData name="Swati Mishra" userId="4ecbbe41-a93b-48f9-aa26-d01cbfd2c273" providerId="ADAL" clId="{66DB6158-1A18-4199-BA6D-06674FF3C921}" dt="2026-07-25T18:31:14.022" v="117" actId="26606"/>
          <pc:sldLayoutMkLst>
            <pc:docMk/>
            <pc:sldMasterMk cId="978924460" sldId="2147483814"/>
            <pc:sldLayoutMk cId="4151238670" sldId="2147483807"/>
          </pc:sldLayoutMkLst>
        </pc:sldLayoutChg>
        <pc:sldLayoutChg chg="add del">
          <pc:chgData name="Swati Mishra" userId="4ecbbe41-a93b-48f9-aa26-d01cbfd2c273" providerId="ADAL" clId="{66DB6158-1A18-4199-BA6D-06674FF3C921}" dt="2026-07-25T18:31:14.022" v="117" actId="26606"/>
          <pc:sldLayoutMkLst>
            <pc:docMk/>
            <pc:sldMasterMk cId="978924460" sldId="2147483814"/>
            <pc:sldLayoutMk cId="4059785099" sldId="2147483808"/>
          </pc:sldLayoutMkLst>
        </pc:sldLayoutChg>
        <pc:sldLayoutChg chg="add del">
          <pc:chgData name="Swati Mishra" userId="4ecbbe41-a93b-48f9-aa26-d01cbfd2c273" providerId="ADAL" clId="{66DB6158-1A18-4199-BA6D-06674FF3C921}" dt="2026-07-25T18:31:14.022" v="117" actId="26606"/>
          <pc:sldLayoutMkLst>
            <pc:docMk/>
            <pc:sldMasterMk cId="978924460" sldId="2147483814"/>
            <pc:sldLayoutMk cId="2252742343" sldId="2147483809"/>
          </pc:sldLayoutMkLst>
        </pc:sldLayoutChg>
        <pc:sldLayoutChg chg="add del">
          <pc:chgData name="Swati Mishra" userId="4ecbbe41-a93b-48f9-aa26-d01cbfd2c273" providerId="ADAL" clId="{66DB6158-1A18-4199-BA6D-06674FF3C921}" dt="2026-07-25T18:31:14.022" v="117" actId="26606"/>
          <pc:sldLayoutMkLst>
            <pc:docMk/>
            <pc:sldMasterMk cId="978924460" sldId="2147483814"/>
            <pc:sldLayoutMk cId="2355286187" sldId="2147483810"/>
          </pc:sldLayoutMkLst>
        </pc:sldLayoutChg>
        <pc:sldLayoutChg chg="add del">
          <pc:chgData name="Swati Mishra" userId="4ecbbe41-a93b-48f9-aa26-d01cbfd2c273" providerId="ADAL" clId="{66DB6158-1A18-4199-BA6D-06674FF3C921}" dt="2026-07-25T18:31:14.022" v="117" actId="26606"/>
          <pc:sldLayoutMkLst>
            <pc:docMk/>
            <pc:sldMasterMk cId="978924460" sldId="2147483814"/>
            <pc:sldLayoutMk cId="388580532" sldId="2147483811"/>
          </pc:sldLayoutMkLst>
        </pc:sldLayoutChg>
        <pc:sldLayoutChg chg="add del">
          <pc:chgData name="Swati Mishra" userId="4ecbbe41-a93b-48f9-aa26-d01cbfd2c273" providerId="ADAL" clId="{66DB6158-1A18-4199-BA6D-06674FF3C921}" dt="2026-07-25T18:31:14.022" v="117" actId="26606"/>
          <pc:sldLayoutMkLst>
            <pc:docMk/>
            <pc:sldMasterMk cId="978924460" sldId="2147483814"/>
            <pc:sldLayoutMk cId="2549711006" sldId="2147483812"/>
          </pc:sldLayoutMkLst>
        </pc:sldLayoutChg>
        <pc:sldLayoutChg chg="add del">
          <pc:chgData name="Swati Mishra" userId="4ecbbe41-a93b-48f9-aa26-d01cbfd2c273" providerId="ADAL" clId="{66DB6158-1A18-4199-BA6D-06674FF3C921}" dt="2026-07-25T18:31:14.022" v="117" actId="26606"/>
          <pc:sldLayoutMkLst>
            <pc:docMk/>
            <pc:sldMasterMk cId="978924460" sldId="2147483814"/>
            <pc:sldLayoutMk cId="2332764779" sldId="2147483813"/>
          </pc:sldLayoutMkLst>
        </pc:sldLayoutChg>
      </pc:sldMasterChg>
      <pc:sldMasterChg chg="add del addSldLayout delSldLayout">
        <pc:chgData name="Swati Mishra" userId="4ecbbe41-a93b-48f9-aa26-d01cbfd2c273" providerId="ADAL" clId="{66DB6158-1A18-4199-BA6D-06674FF3C921}" dt="2026-07-25T18:31:34.790" v="124" actId="26606"/>
        <pc:sldMasterMkLst>
          <pc:docMk/>
          <pc:sldMasterMk cId="2662521687" sldId="2147483814"/>
        </pc:sldMasterMkLst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2662521687" sldId="2147483814"/>
            <pc:sldLayoutMk cId="3006217212" sldId="2147483803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2662521687" sldId="2147483814"/>
            <pc:sldLayoutMk cId="1720829210" sldId="2147483804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2662521687" sldId="2147483814"/>
            <pc:sldLayoutMk cId="3229859014" sldId="2147483805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2662521687" sldId="2147483814"/>
            <pc:sldLayoutMk cId="3099830907" sldId="2147483806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2662521687" sldId="2147483814"/>
            <pc:sldLayoutMk cId="2406084678" sldId="2147483807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2662521687" sldId="2147483814"/>
            <pc:sldLayoutMk cId="2470783647" sldId="2147483808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2662521687" sldId="2147483814"/>
            <pc:sldLayoutMk cId="4130765171" sldId="2147483809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2662521687" sldId="2147483814"/>
            <pc:sldLayoutMk cId="1748089107" sldId="2147483810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2662521687" sldId="2147483814"/>
            <pc:sldLayoutMk cId="1930019662" sldId="2147483811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2662521687" sldId="2147483814"/>
            <pc:sldLayoutMk cId="1010936782" sldId="2147483812"/>
          </pc:sldLayoutMkLst>
        </pc:sldLayoutChg>
        <pc:sldLayoutChg chg="add del">
          <pc:chgData name="Swati Mishra" userId="4ecbbe41-a93b-48f9-aa26-d01cbfd2c273" providerId="ADAL" clId="{66DB6158-1A18-4199-BA6D-06674FF3C921}" dt="2026-07-25T18:31:34.790" v="124" actId="26606"/>
          <pc:sldLayoutMkLst>
            <pc:docMk/>
            <pc:sldMasterMk cId="2662521687" sldId="2147483814"/>
            <pc:sldLayoutMk cId="3091430424" sldId="2147483813"/>
          </pc:sldLayoutMkLst>
        </pc:sldLayoutChg>
      </pc:sldMasterChg>
      <pc:sldMasterChg chg="add del addSldLayout delSldLayout">
        <pc:chgData name="Swati Mishra" userId="4ecbbe41-a93b-48f9-aa26-d01cbfd2c273" providerId="ADAL" clId="{66DB6158-1A18-4199-BA6D-06674FF3C921}" dt="2026-07-25T18:31:31.198" v="123" actId="26606"/>
        <pc:sldMasterMkLst>
          <pc:docMk/>
          <pc:sldMasterMk cId="2907201717" sldId="2147483827"/>
        </pc:sldMasterMkLst>
        <pc:sldLayoutChg chg="add del">
          <pc:chgData name="Swati Mishra" userId="4ecbbe41-a93b-48f9-aa26-d01cbfd2c273" providerId="ADAL" clId="{66DB6158-1A18-4199-BA6D-06674FF3C921}" dt="2026-07-25T18:31:31.198" v="123" actId="26606"/>
          <pc:sldLayoutMkLst>
            <pc:docMk/>
            <pc:sldMasterMk cId="2907201717" sldId="2147483827"/>
            <pc:sldLayoutMk cId="462394705" sldId="2147483816"/>
          </pc:sldLayoutMkLst>
        </pc:sldLayoutChg>
        <pc:sldLayoutChg chg="add del">
          <pc:chgData name="Swati Mishra" userId="4ecbbe41-a93b-48f9-aa26-d01cbfd2c273" providerId="ADAL" clId="{66DB6158-1A18-4199-BA6D-06674FF3C921}" dt="2026-07-25T18:31:31.198" v="123" actId="26606"/>
          <pc:sldLayoutMkLst>
            <pc:docMk/>
            <pc:sldMasterMk cId="2907201717" sldId="2147483827"/>
            <pc:sldLayoutMk cId="2971399007" sldId="2147483817"/>
          </pc:sldLayoutMkLst>
        </pc:sldLayoutChg>
        <pc:sldLayoutChg chg="add del">
          <pc:chgData name="Swati Mishra" userId="4ecbbe41-a93b-48f9-aa26-d01cbfd2c273" providerId="ADAL" clId="{66DB6158-1A18-4199-BA6D-06674FF3C921}" dt="2026-07-25T18:31:31.198" v="123" actId="26606"/>
          <pc:sldLayoutMkLst>
            <pc:docMk/>
            <pc:sldMasterMk cId="2907201717" sldId="2147483827"/>
            <pc:sldLayoutMk cId="3351303266" sldId="2147483818"/>
          </pc:sldLayoutMkLst>
        </pc:sldLayoutChg>
        <pc:sldLayoutChg chg="add del">
          <pc:chgData name="Swati Mishra" userId="4ecbbe41-a93b-48f9-aa26-d01cbfd2c273" providerId="ADAL" clId="{66DB6158-1A18-4199-BA6D-06674FF3C921}" dt="2026-07-25T18:31:31.198" v="123" actId="26606"/>
          <pc:sldLayoutMkLst>
            <pc:docMk/>
            <pc:sldMasterMk cId="2907201717" sldId="2147483827"/>
            <pc:sldLayoutMk cId="3270250171" sldId="2147483819"/>
          </pc:sldLayoutMkLst>
        </pc:sldLayoutChg>
        <pc:sldLayoutChg chg="add del">
          <pc:chgData name="Swati Mishra" userId="4ecbbe41-a93b-48f9-aa26-d01cbfd2c273" providerId="ADAL" clId="{66DB6158-1A18-4199-BA6D-06674FF3C921}" dt="2026-07-25T18:31:31.198" v="123" actId="26606"/>
          <pc:sldLayoutMkLst>
            <pc:docMk/>
            <pc:sldMasterMk cId="2907201717" sldId="2147483827"/>
            <pc:sldLayoutMk cId="3715219189" sldId="2147483820"/>
          </pc:sldLayoutMkLst>
        </pc:sldLayoutChg>
        <pc:sldLayoutChg chg="add del">
          <pc:chgData name="Swati Mishra" userId="4ecbbe41-a93b-48f9-aa26-d01cbfd2c273" providerId="ADAL" clId="{66DB6158-1A18-4199-BA6D-06674FF3C921}" dt="2026-07-25T18:31:31.198" v="123" actId="26606"/>
          <pc:sldLayoutMkLst>
            <pc:docMk/>
            <pc:sldMasterMk cId="2907201717" sldId="2147483827"/>
            <pc:sldLayoutMk cId="273701438" sldId="2147483821"/>
          </pc:sldLayoutMkLst>
        </pc:sldLayoutChg>
        <pc:sldLayoutChg chg="add del">
          <pc:chgData name="Swati Mishra" userId="4ecbbe41-a93b-48f9-aa26-d01cbfd2c273" providerId="ADAL" clId="{66DB6158-1A18-4199-BA6D-06674FF3C921}" dt="2026-07-25T18:31:31.198" v="123" actId="26606"/>
          <pc:sldLayoutMkLst>
            <pc:docMk/>
            <pc:sldMasterMk cId="2907201717" sldId="2147483827"/>
            <pc:sldLayoutMk cId="252092037" sldId="2147483822"/>
          </pc:sldLayoutMkLst>
        </pc:sldLayoutChg>
        <pc:sldLayoutChg chg="add del">
          <pc:chgData name="Swati Mishra" userId="4ecbbe41-a93b-48f9-aa26-d01cbfd2c273" providerId="ADAL" clId="{66DB6158-1A18-4199-BA6D-06674FF3C921}" dt="2026-07-25T18:31:31.198" v="123" actId="26606"/>
          <pc:sldLayoutMkLst>
            <pc:docMk/>
            <pc:sldMasterMk cId="2907201717" sldId="2147483827"/>
            <pc:sldLayoutMk cId="4166009215" sldId="2147483823"/>
          </pc:sldLayoutMkLst>
        </pc:sldLayoutChg>
        <pc:sldLayoutChg chg="add del">
          <pc:chgData name="Swati Mishra" userId="4ecbbe41-a93b-48f9-aa26-d01cbfd2c273" providerId="ADAL" clId="{66DB6158-1A18-4199-BA6D-06674FF3C921}" dt="2026-07-25T18:31:31.198" v="123" actId="26606"/>
          <pc:sldLayoutMkLst>
            <pc:docMk/>
            <pc:sldMasterMk cId="2907201717" sldId="2147483827"/>
            <pc:sldLayoutMk cId="1397101491" sldId="2147483824"/>
          </pc:sldLayoutMkLst>
        </pc:sldLayoutChg>
        <pc:sldLayoutChg chg="add del">
          <pc:chgData name="Swati Mishra" userId="4ecbbe41-a93b-48f9-aa26-d01cbfd2c273" providerId="ADAL" clId="{66DB6158-1A18-4199-BA6D-06674FF3C921}" dt="2026-07-25T18:31:31.198" v="123" actId="26606"/>
          <pc:sldLayoutMkLst>
            <pc:docMk/>
            <pc:sldMasterMk cId="2907201717" sldId="2147483827"/>
            <pc:sldLayoutMk cId="3701803848" sldId="2147483825"/>
          </pc:sldLayoutMkLst>
        </pc:sldLayoutChg>
        <pc:sldLayoutChg chg="add del">
          <pc:chgData name="Swati Mishra" userId="4ecbbe41-a93b-48f9-aa26-d01cbfd2c273" providerId="ADAL" clId="{66DB6158-1A18-4199-BA6D-06674FF3C921}" dt="2026-07-25T18:31:31.198" v="123" actId="26606"/>
          <pc:sldLayoutMkLst>
            <pc:docMk/>
            <pc:sldMasterMk cId="2907201717" sldId="2147483827"/>
            <pc:sldLayoutMk cId="2774920720" sldId="2147483826"/>
          </pc:sldLayoutMkLst>
        </pc:sldLayoutChg>
      </pc:sldMasterChg>
      <pc:sldMasterChg chg="add del addSldLayout delSldLayout">
        <pc:chgData name="Swati Mishra" userId="4ecbbe41-a93b-48f9-aa26-d01cbfd2c273" providerId="ADAL" clId="{66DB6158-1A18-4199-BA6D-06674FF3C921}" dt="2026-07-25T18:31:20.097" v="119" actId="26606"/>
        <pc:sldMasterMkLst>
          <pc:docMk/>
          <pc:sldMasterMk cId="3402905270" sldId="2147483827"/>
        </pc:sldMasterMkLst>
        <pc:sldLayoutChg chg="add del">
          <pc:chgData name="Swati Mishra" userId="4ecbbe41-a93b-48f9-aa26-d01cbfd2c273" providerId="ADAL" clId="{66DB6158-1A18-4199-BA6D-06674FF3C921}" dt="2026-07-25T18:31:20.097" v="119" actId="26606"/>
          <pc:sldLayoutMkLst>
            <pc:docMk/>
            <pc:sldMasterMk cId="3402905270" sldId="2147483827"/>
            <pc:sldLayoutMk cId="3388884954" sldId="2147483816"/>
          </pc:sldLayoutMkLst>
        </pc:sldLayoutChg>
        <pc:sldLayoutChg chg="add del">
          <pc:chgData name="Swati Mishra" userId="4ecbbe41-a93b-48f9-aa26-d01cbfd2c273" providerId="ADAL" clId="{66DB6158-1A18-4199-BA6D-06674FF3C921}" dt="2026-07-25T18:31:20.097" v="119" actId="26606"/>
          <pc:sldLayoutMkLst>
            <pc:docMk/>
            <pc:sldMasterMk cId="3402905270" sldId="2147483827"/>
            <pc:sldLayoutMk cId="4259764410" sldId="2147483817"/>
          </pc:sldLayoutMkLst>
        </pc:sldLayoutChg>
        <pc:sldLayoutChg chg="add del">
          <pc:chgData name="Swati Mishra" userId="4ecbbe41-a93b-48f9-aa26-d01cbfd2c273" providerId="ADAL" clId="{66DB6158-1A18-4199-BA6D-06674FF3C921}" dt="2026-07-25T18:31:20.097" v="119" actId="26606"/>
          <pc:sldLayoutMkLst>
            <pc:docMk/>
            <pc:sldMasterMk cId="3402905270" sldId="2147483827"/>
            <pc:sldLayoutMk cId="3579651151" sldId="2147483818"/>
          </pc:sldLayoutMkLst>
        </pc:sldLayoutChg>
        <pc:sldLayoutChg chg="add del">
          <pc:chgData name="Swati Mishra" userId="4ecbbe41-a93b-48f9-aa26-d01cbfd2c273" providerId="ADAL" clId="{66DB6158-1A18-4199-BA6D-06674FF3C921}" dt="2026-07-25T18:31:20.097" v="119" actId="26606"/>
          <pc:sldLayoutMkLst>
            <pc:docMk/>
            <pc:sldMasterMk cId="3402905270" sldId="2147483827"/>
            <pc:sldLayoutMk cId="823151847" sldId="2147483819"/>
          </pc:sldLayoutMkLst>
        </pc:sldLayoutChg>
        <pc:sldLayoutChg chg="add del">
          <pc:chgData name="Swati Mishra" userId="4ecbbe41-a93b-48f9-aa26-d01cbfd2c273" providerId="ADAL" clId="{66DB6158-1A18-4199-BA6D-06674FF3C921}" dt="2026-07-25T18:31:20.097" v="119" actId="26606"/>
          <pc:sldLayoutMkLst>
            <pc:docMk/>
            <pc:sldMasterMk cId="3402905270" sldId="2147483827"/>
            <pc:sldLayoutMk cId="1004908279" sldId="2147483820"/>
          </pc:sldLayoutMkLst>
        </pc:sldLayoutChg>
        <pc:sldLayoutChg chg="add del">
          <pc:chgData name="Swati Mishra" userId="4ecbbe41-a93b-48f9-aa26-d01cbfd2c273" providerId="ADAL" clId="{66DB6158-1A18-4199-BA6D-06674FF3C921}" dt="2026-07-25T18:31:20.097" v="119" actId="26606"/>
          <pc:sldLayoutMkLst>
            <pc:docMk/>
            <pc:sldMasterMk cId="3402905270" sldId="2147483827"/>
            <pc:sldLayoutMk cId="1388520302" sldId="2147483821"/>
          </pc:sldLayoutMkLst>
        </pc:sldLayoutChg>
        <pc:sldLayoutChg chg="add del">
          <pc:chgData name="Swati Mishra" userId="4ecbbe41-a93b-48f9-aa26-d01cbfd2c273" providerId="ADAL" clId="{66DB6158-1A18-4199-BA6D-06674FF3C921}" dt="2026-07-25T18:31:20.097" v="119" actId="26606"/>
          <pc:sldLayoutMkLst>
            <pc:docMk/>
            <pc:sldMasterMk cId="3402905270" sldId="2147483827"/>
            <pc:sldLayoutMk cId="2729354584" sldId="2147483822"/>
          </pc:sldLayoutMkLst>
        </pc:sldLayoutChg>
        <pc:sldLayoutChg chg="add del">
          <pc:chgData name="Swati Mishra" userId="4ecbbe41-a93b-48f9-aa26-d01cbfd2c273" providerId="ADAL" clId="{66DB6158-1A18-4199-BA6D-06674FF3C921}" dt="2026-07-25T18:31:20.097" v="119" actId="26606"/>
          <pc:sldLayoutMkLst>
            <pc:docMk/>
            <pc:sldMasterMk cId="3402905270" sldId="2147483827"/>
            <pc:sldLayoutMk cId="1613375107" sldId="2147483823"/>
          </pc:sldLayoutMkLst>
        </pc:sldLayoutChg>
        <pc:sldLayoutChg chg="add del">
          <pc:chgData name="Swati Mishra" userId="4ecbbe41-a93b-48f9-aa26-d01cbfd2c273" providerId="ADAL" clId="{66DB6158-1A18-4199-BA6D-06674FF3C921}" dt="2026-07-25T18:31:20.097" v="119" actId="26606"/>
          <pc:sldLayoutMkLst>
            <pc:docMk/>
            <pc:sldMasterMk cId="3402905270" sldId="2147483827"/>
            <pc:sldLayoutMk cId="527815476" sldId="2147483824"/>
          </pc:sldLayoutMkLst>
        </pc:sldLayoutChg>
        <pc:sldLayoutChg chg="add del">
          <pc:chgData name="Swati Mishra" userId="4ecbbe41-a93b-48f9-aa26-d01cbfd2c273" providerId="ADAL" clId="{66DB6158-1A18-4199-BA6D-06674FF3C921}" dt="2026-07-25T18:31:20.097" v="119" actId="26606"/>
          <pc:sldLayoutMkLst>
            <pc:docMk/>
            <pc:sldMasterMk cId="3402905270" sldId="2147483827"/>
            <pc:sldLayoutMk cId="3968602349" sldId="2147483825"/>
          </pc:sldLayoutMkLst>
        </pc:sldLayoutChg>
        <pc:sldLayoutChg chg="add del">
          <pc:chgData name="Swati Mishra" userId="4ecbbe41-a93b-48f9-aa26-d01cbfd2c273" providerId="ADAL" clId="{66DB6158-1A18-4199-BA6D-06674FF3C921}" dt="2026-07-25T18:31:20.097" v="119" actId="26606"/>
          <pc:sldLayoutMkLst>
            <pc:docMk/>
            <pc:sldMasterMk cId="3402905270" sldId="2147483827"/>
            <pc:sldLayoutMk cId="3394188876" sldId="2147483826"/>
          </pc:sldLayoutMkLst>
        </pc:sldLayoutChg>
      </pc:sldMasterChg>
      <pc:sldMasterChg chg="setBg">
        <pc:chgData name="Swati Mishra" userId="4ecbbe41-a93b-48f9-aa26-d01cbfd2c273" providerId="ADAL" clId="{66DB6158-1A18-4199-BA6D-06674FF3C921}" dt="2026-07-25T21:39:50.841" v="1275"/>
        <pc:sldMasterMkLst>
          <pc:docMk/>
          <pc:sldMasterMk cId="1103814500" sldId="2147483851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B93303-5CDD-4AF4-9348-2B3AD6DA83A7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328AEB8-5ABF-4269-9A0C-89DAD42F255D}">
      <dgm:prSet phldrT="[Text]" custT="1"/>
      <dgm:spPr/>
      <dgm:t>
        <a:bodyPr/>
        <a:lstStyle/>
        <a:p>
          <a:r>
            <a:rPr lang="en-US" sz="2000" dirty="0">
              <a:latin typeface="+mn-lt"/>
              <a:cs typeface="Times New Roman" panose="02020603050405020304" pitchFamily="18" charset="0"/>
            </a:rPr>
            <a:t>IMDb Dataset/ IMDb Web Pages</a:t>
          </a:r>
        </a:p>
      </dgm:t>
    </dgm:pt>
    <dgm:pt modelId="{E3183400-399C-4461-979A-4E2F181CB939}" type="parTrans" cxnId="{5979996B-DFDA-445F-8433-A1FABAC0CE06}">
      <dgm:prSet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B77C00C6-9ECE-4A7C-A590-DF2E3AF57A84}" type="sibTrans" cxnId="{5979996B-DFDA-445F-8433-A1FABAC0CE06}">
      <dgm:prSet custT="1"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B75EE3CF-CA26-4BF5-8C56-AC46B5E3B685}">
      <dgm:prSet phldrT="[Text]" custT="1"/>
      <dgm:spPr/>
      <dgm:t>
        <a:bodyPr/>
        <a:lstStyle/>
        <a:p>
          <a:r>
            <a:rPr lang="en-US" sz="2000">
              <a:latin typeface="+mn-lt"/>
              <a:cs typeface="Times New Roman" panose="02020603050405020304" pitchFamily="18" charset="0"/>
            </a:rPr>
            <a:t>Chroma Database</a:t>
          </a:r>
        </a:p>
      </dgm:t>
    </dgm:pt>
    <dgm:pt modelId="{DF25F675-31FC-4188-AD7C-E8FCAEC1F203}" type="parTrans" cxnId="{B938F095-1B7B-4789-A566-DB128FBCC84E}">
      <dgm:prSet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BA68BA13-43E2-4068-875F-ECADA5F9C6F5}" type="sibTrans" cxnId="{B938F095-1B7B-4789-A566-DB128FBCC84E}">
      <dgm:prSet custT="1"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C4755DD9-6BFE-417C-BE9C-7AD094FED4FD}">
      <dgm:prSet phldrT="[Text]" custT="1"/>
      <dgm:spPr/>
      <dgm:t>
        <a:bodyPr/>
        <a:lstStyle/>
        <a:p>
          <a:r>
            <a:rPr lang="en-US" sz="2000" dirty="0">
              <a:latin typeface="+mn-lt"/>
              <a:cs typeface="Times New Roman" panose="02020603050405020304" pitchFamily="18" charset="0"/>
            </a:rPr>
            <a:t>Generate Sentence Embeddings</a:t>
          </a:r>
        </a:p>
      </dgm:t>
    </dgm:pt>
    <dgm:pt modelId="{E9AF4380-5E63-4E3A-BEA7-25DA20B5260F}" type="parTrans" cxnId="{1E19B113-E7B5-4A91-AD3F-E70BDC0E4539}">
      <dgm:prSet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FFFF51A0-37C8-4DCE-9902-9244C69B5E86}" type="sibTrans" cxnId="{1E19B113-E7B5-4A91-AD3F-E70BDC0E4539}">
      <dgm:prSet custT="1"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9237B074-F592-457B-AE66-02BAEE9C419D}">
      <dgm:prSet phldrT="[Text]" custT="1"/>
      <dgm:spPr/>
      <dgm:t>
        <a:bodyPr/>
        <a:lstStyle/>
        <a:p>
          <a:r>
            <a:rPr lang="en-US" sz="2000">
              <a:latin typeface="+mn-lt"/>
              <a:cs typeface="Times New Roman" panose="02020603050405020304" pitchFamily="18" charset="0"/>
            </a:rPr>
            <a:t>Chunking Documents</a:t>
          </a:r>
        </a:p>
      </dgm:t>
    </dgm:pt>
    <dgm:pt modelId="{B79ABC8D-4CBE-43D2-84CA-FA1F5EB094F3}" type="parTrans" cxnId="{5FE5EE91-DDDC-4345-9E12-1D8A06905FD6}">
      <dgm:prSet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CC03B029-C2F1-440E-9DC1-6E4C6DF1CD9C}" type="sibTrans" cxnId="{5FE5EE91-DDDC-4345-9E12-1D8A06905FD6}">
      <dgm:prSet custT="1"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F90D626F-5482-44DC-AF2F-1150C3D173F2}">
      <dgm:prSet phldrT="[Text]" custT="1"/>
      <dgm:spPr/>
      <dgm:t>
        <a:bodyPr/>
        <a:lstStyle/>
        <a:p>
          <a:r>
            <a:rPr lang="en-US" sz="2000">
              <a:latin typeface="+mn-lt"/>
              <a:cs typeface="Times New Roman" panose="02020603050405020304" pitchFamily="18" charset="0"/>
            </a:rPr>
            <a:t>Citation Based Response</a:t>
          </a:r>
        </a:p>
      </dgm:t>
    </dgm:pt>
    <dgm:pt modelId="{F4506818-26B9-40CE-8E8F-0D7A9FA7C659}" type="parTrans" cxnId="{CBE07FD7-91B0-4BD4-861E-37C605798C9B}">
      <dgm:prSet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9F517FDF-0225-48E0-A27C-F664EFD5E614}" type="sibTrans" cxnId="{CBE07FD7-91B0-4BD4-861E-37C605798C9B}">
      <dgm:prSet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32F698DC-0A2C-426A-B49A-98285472A7D2}">
      <dgm:prSet phldrT="[Text]" custT="1"/>
      <dgm:spPr/>
      <dgm:t>
        <a:bodyPr/>
        <a:lstStyle/>
        <a:p>
          <a:r>
            <a:rPr lang="en-US" sz="2000">
              <a:latin typeface="+mn-lt"/>
              <a:cs typeface="Times New Roman" panose="02020603050405020304" pitchFamily="18" charset="0"/>
            </a:rPr>
            <a:t>BM25 Index</a:t>
          </a:r>
        </a:p>
      </dgm:t>
    </dgm:pt>
    <dgm:pt modelId="{7C5ECC54-B59F-43DC-980C-C7E243C85ADB}" type="parTrans" cxnId="{F7C7ECFD-0A2C-4342-9FA8-30D0386AF362}">
      <dgm:prSet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CFC57F8C-EEEB-478B-917E-96693CE974E2}" type="sibTrans" cxnId="{F7C7ECFD-0A2C-4342-9FA8-30D0386AF362}">
      <dgm:prSet custT="1"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E0173E85-3323-4D9D-80B5-FF439E889899}">
      <dgm:prSet phldrT="[Text]" custT="1"/>
      <dgm:spPr/>
      <dgm:t>
        <a:bodyPr/>
        <a:lstStyle/>
        <a:p>
          <a:r>
            <a:rPr lang="en-US" sz="2000">
              <a:latin typeface="+mn-lt"/>
              <a:cs typeface="Times New Roman" panose="02020603050405020304" pitchFamily="18" charset="0"/>
            </a:rPr>
            <a:t>Open AI GPT</a:t>
          </a:r>
        </a:p>
      </dgm:t>
    </dgm:pt>
    <dgm:pt modelId="{B909B6E2-65C1-4EF9-BAB2-03A0A42BC521}" type="parTrans" cxnId="{47140A7B-F7A5-43A5-9DD3-F60C6EBA2EDD}">
      <dgm:prSet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F0671E7B-1D11-4DF3-8E71-B9D4F969E746}" type="sibTrans" cxnId="{47140A7B-F7A5-43A5-9DD3-F60C6EBA2EDD}">
      <dgm:prSet custT="1"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5C9AE5DB-730F-4597-8106-3E4A9B4C44C1}">
      <dgm:prSet phldrT="[Text]" custT="1"/>
      <dgm:spPr/>
      <dgm:t>
        <a:bodyPr/>
        <a:lstStyle/>
        <a:p>
          <a:r>
            <a:rPr lang="en-US" sz="2000">
              <a:latin typeface="+mn-lt"/>
              <a:cs typeface="Times New Roman" panose="02020603050405020304" pitchFamily="18" charset="0"/>
            </a:rPr>
            <a:t>Prompt Construction</a:t>
          </a:r>
        </a:p>
      </dgm:t>
    </dgm:pt>
    <dgm:pt modelId="{90264E00-5530-495E-8426-D723164DA010}" type="parTrans" cxnId="{996F8630-25A8-45A6-B630-7F0C887B26DB}">
      <dgm:prSet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421F75D9-A42C-42DC-A2F4-E2082C561035}" type="sibTrans" cxnId="{996F8630-25A8-45A6-B630-7F0C887B26DB}">
      <dgm:prSet custT="1"/>
      <dgm:spPr/>
      <dgm:t>
        <a:bodyPr/>
        <a:lstStyle/>
        <a:p>
          <a:endParaRPr lang="en-US" sz="2000">
            <a:latin typeface="+mn-lt"/>
            <a:cs typeface="Times New Roman" panose="02020603050405020304" pitchFamily="18" charset="0"/>
          </a:endParaRPr>
        </a:p>
      </dgm:t>
    </dgm:pt>
    <dgm:pt modelId="{F1934BAD-03D8-44C1-9D6C-7C547A118153}" type="pres">
      <dgm:prSet presAssocID="{7BB93303-5CDD-4AF4-9348-2B3AD6DA83A7}" presName="Name0" presStyleCnt="0">
        <dgm:presLayoutVars>
          <dgm:dir/>
          <dgm:resizeHandles val="exact"/>
        </dgm:presLayoutVars>
      </dgm:prSet>
      <dgm:spPr/>
    </dgm:pt>
    <dgm:pt modelId="{0A6634BA-6F47-4295-819C-96AF8D9ED8E1}" type="pres">
      <dgm:prSet presAssocID="{A328AEB8-5ABF-4269-9A0C-89DAD42F255D}" presName="node" presStyleLbl="node1" presStyleIdx="0" presStyleCnt="8">
        <dgm:presLayoutVars>
          <dgm:bulletEnabled val="1"/>
        </dgm:presLayoutVars>
      </dgm:prSet>
      <dgm:spPr/>
    </dgm:pt>
    <dgm:pt modelId="{D0181AB7-9A84-44F1-AF4E-20A1ECA79B11}" type="pres">
      <dgm:prSet presAssocID="{B77C00C6-9ECE-4A7C-A590-DF2E3AF57A84}" presName="sibTrans" presStyleLbl="sibTrans1D1" presStyleIdx="0" presStyleCnt="7"/>
      <dgm:spPr/>
    </dgm:pt>
    <dgm:pt modelId="{96FC72AD-C4DF-412A-AAAA-FA4C20E6A51C}" type="pres">
      <dgm:prSet presAssocID="{B77C00C6-9ECE-4A7C-A590-DF2E3AF57A84}" presName="connectorText" presStyleLbl="sibTrans1D1" presStyleIdx="0" presStyleCnt="7"/>
      <dgm:spPr/>
    </dgm:pt>
    <dgm:pt modelId="{71F2E6B3-D7CB-480D-9E80-42097E7C92F3}" type="pres">
      <dgm:prSet presAssocID="{9237B074-F592-457B-AE66-02BAEE9C419D}" presName="node" presStyleLbl="node1" presStyleIdx="1" presStyleCnt="8">
        <dgm:presLayoutVars>
          <dgm:bulletEnabled val="1"/>
        </dgm:presLayoutVars>
      </dgm:prSet>
      <dgm:spPr/>
    </dgm:pt>
    <dgm:pt modelId="{1F35B8F3-A74F-4E79-9327-7D2514657ED0}" type="pres">
      <dgm:prSet presAssocID="{CC03B029-C2F1-440E-9DC1-6E4C6DF1CD9C}" presName="sibTrans" presStyleLbl="sibTrans1D1" presStyleIdx="1" presStyleCnt="7"/>
      <dgm:spPr/>
    </dgm:pt>
    <dgm:pt modelId="{57F08797-92AE-41A5-84FD-7A6B0785C6D7}" type="pres">
      <dgm:prSet presAssocID="{CC03B029-C2F1-440E-9DC1-6E4C6DF1CD9C}" presName="connectorText" presStyleLbl="sibTrans1D1" presStyleIdx="1" presStyleCnt="7"/>
      <dgm:spPr/>
    </dgm:pt>
    <dgm:pt modelId="{C8E9C5A0-52D5-43BA-873B-185712EE2B81}" type="pres">
      <dgm:prSet presAssocID="{C4755DD9-6BFE-417C-BE9C-7AD094FED4FD}" presName="node" presStyleLbl="node1" presStyleIdx="2" presStyleCnt="8">
        <dgm:presLayoutVars>
          <dgm:bulletEnabled val="1"/>
        </dgm:presLayoutVars>
      </dgm:prSet>
      <dgm:spPr/>
    </dgm:pt>
    <dgm:pt modelId="{B074FC6F-A84A-47C6-AED0-F079011A3E84}" type="pres">
      <dgm:prSet presAssocID="{FFFF51A0-37C8-4DCE-9902-9244C69B5E86}" presName="sibTrans" presStyleLbl="sibTrans1D1" presStyleIdx="2" presStyleCnt="7"/>
      <dgm:spPr/>
    </dgm:pt>
    <dgm:pt modelId="{CC90451A-1C48-41F7-AA34-0FD362039FA6}" type="pres">
      <dgm:prSet presAssocID="{FFFF51A0-37C8-4DCE-9902-9244C69B5E86}" presName="connectorText" presStyleLbl="sibTrans1D1" presStyleIdx="2" presStyleCnt="7"/>
      <dgm:spPr/>
    </dgm:pt>
    <dgm:pt modelId="{E1C46A6B-17B9-4ED3-8B24-53B73B6F1284}" type="pres">
      <dgm:prSet presAssocID="{B75EE3CF-CA26-4BF5-8C56-AC46B5E3B685}" presName="node" presStyleLbl="node1" presStyleIdx="3" presStyleCnt="8">
        <dgm:presLayoutVars>
          <dgm:bulletEnabled val="1"/>
        </dgm:presLayoutVars>
      </dgm:prSet>
      <dgm:spPr/>
    </dgm:pt>
    <dgm:pt modelId="{EEEF04B8-9BF5-4D57-8CBB-000E5168C4EA}" type="pres">
      <dgm:prSet presAssocID="{BA68BA13-43E2-4068-875F-ECADA5F9C6F5}" presName="sibTrans" presStyleLbl="sibTrans1D1" presStyleIdx="3" presStyleCnt="7"/>
      <dgm:spPr/>
    </dgm:pt>
    <dgm:pt modelId="{6BC102A5-8FD6-4A2E-AD3F-8C0ED13F5B0C}" type="pres">
      <dgm:prSet presAssocID="{BA68BA13-43E2-4068-875F-ECADA5F9C6F5}" presName="connectorText" presStyleLbl="sibTrans1D1" presStyleIdx="3" presStyleCnt="7"/>
      <dgm:spPr/>
    </dgm:pt>
    <dgm:pt modelId="{AC6C65C6-719C-4597-A081-7E2BB179625D}" type="pres">
      <dgm:prSet presAssocID="{32F698DC-0A2C-426A-B49A-98285472A7D2}" presName="node" presStyleLbl="node1" presStyleIdx="4" presStyleCnt="8">
        <dgm:presLayoutVars>
          <dgm:bulletEnabled val="1"/>
        </dgm:presLayoutVars>
      </dgm:prSet>
      <dgm:spPr/>
    </dgm:pt>
    <dgm:pt modelId="{269C6D84-34A2-44B8-BD57-91B792BD8622}" type="pres">
      <dgm:prSet presAssocID="{CFC57F8C-EEEB-478B-917E-96693CE974E2}" presName="sibTrans" presStyleLbl="sibTrans1D1" presStyleIdx="4" presStyleCnt="7"/>
      <dgm:spPr/>
    </dgm:pt>
    <dgm:pt modelId="{B152349A-1F21-4E95-A664-D6D1FAAFF5D3}" type="pres">
      <dgm:prSet presAssocID="{CFC57F8C-EEEB-478B-917E-96693CE974E2}" presName="connectorText" presStyleLbl="sibTrans1D1" presStyleIdx="4" presStyleCnt="7"/>
      <dgm:spPr/>
    </dgm:pt>
    <dgm:pt modelId="{4FFDC724-7059-4619-86E9-15422B6B01DF}" type="pres">
      <dgm:prSet presAssocID="{5C9AE5DB-730F-4597-8106-3E4A9B4C44C1}" presName="node" presStyleLbl="node1" presStyleIdx="5" presStyleCnt="8">
        <dgm:presLayoutVars>
          <dgm:bulletEnabled val="1"/>
        </dgm:presLayoutVars>
      </dgm:prSet>
      <dgm:spPr/>
    </dgm:pt>
    <dgm:pt modelId="{7A5CB7A3-61F2-4135-843F-F9945FA98AD4}" type="pres">
      <dgm:prSet presAssocID="{421F75D9-A42C-42DC-A2F4-E2082C561035}" presName="sibTrans" presStyleLbl="sibTrans1D1" presStyleIdx="5" presStyleCnt="7"/>
      <dgm:spPr/>
    </dgm:pt>
    <dgm:pt modelId="{C3875D57-56AD-42D8-9564-697EBDDEC6CF}" type="pres">
      <dgm:prSet presAssocID="{421F75D9-A42C-42DC-A2F4-E2082C561035}" presName="connectorText" presStyleLbl="sibTrans1D1" presStyleIdx="5" presStyleCnt="7"/>
      <dgm:spPr/>
    </dgm:pt>
    <dgm:pt modelId="{9548CA0E-5F67-4034-8B26-C10C3498FF18}" type="pres">
      <dgm:prSet presAssocID="{E0173E85-3323-4D9D-80B5-FF439E889899}" presName="node" presStyleLbl="node1" presStyleIdx="6" presStyleCnt="8">
        <dgm:presLayoutVars>
          <dgm:bulletEnabled val="1"/>
        </dgm:presLayoutVars>
      </dgm:prSet>
      <dgm:spPr/>
    </dgm:pt>
    <dgm:pt modelId="{15F4D6B9-B393-4718-BA22-DD3FB0B7EA22}" type="pres">
      <dgm:prSet presAssocID="{F0671E7B-1D11-4DF3-8E71-B9D4F969E746}" presName="sibTrans" presStyleLbl="sibTrans1D1" presStyleIdx="6" presStyleCnt="7"/>
      <dgm:spPr/>
    </dgm:pt>
    <dgm:pt modelId="{30F5C249-1B7A-4332-9BC9-B5AAB6E81797}" type="pres">
      <dgm:prSet presAssocID="{F0671E7B-1D11-4DF3-8E71-B9D4F969E746}" presName="connectorText" presStyleLbl="sibTrans1D1" presStyleIdx="6" presStyleCnt="7"/>
      <dgm:spPr/>
    </dgm:pt>
    <dgm:pt modelId="{FFC7A7C6-231F-4F82-B6D1-3DD285A07F64}" type="pres">
      <dgm:prSet presAssocID="{F90D626F-5482-44DC-AF2F-1150C3D173F2}" presName="node" presStyleLbl="node1" presStyleIdx="7" presStyleCnt="8">
        <dgm:presLayoutVars>
          <dgm:bulletEnabled val="1"/>
        </dgm:presLayoutVars>
      </dgm:prSet>
      <dgm:spPr/>
    </dgm:pt>
  </dgm:ptLst>
  <dgm:cxnLst>
    <dgm:cxn modelId="{38DA7103-1F02-4224-B437-B85F8B059F2D}" type="presOf" srcId="{421F75D9-A42C-42DC-A2F4-E2082C561035}" destId="{C3875D57-56AD-42D8-9564-697EBDDEC6CF}" srcOrd="1" destOrd="0" presId="urn:microsoft.com/office/officeart/2016/7/layout/RepeatingBendingProcessNew"/>
    <dgm:cxn modelId="{77CCAA05-6EE4-464C-A700-2C56A1E75F03}" type="presOf" srcId="{B75EE3CF-CA26-4BF5-8C56-AC46B5E3B685}" destId="{E1C46A6B-17B9-4ED3-8B24-53B73B6F1284}" srcOrd="0" destOrd="0" presId="urn:microsoft.com/office/officeart/2016/7/layout/RepeatingBendingProcessNew"/>
    <dgm:cxn modelId="{F2170E0A-03C7-4580-A5A2-9F1B1878C372}" type="presOf" srcId="{32F698DC-0A2C-426A-B49A-98285472A7D2}" destId="{AC6C65C6-719C-4597-A081-7E2BB179625D}" srcOrd="0" destOrd="0" presId="urn:microsoft.com/office/officeart/2016/7/layout/RepeatingBendingProcessNew"/>
    <dgm:cxn modelId="{0FED640B-6B72-45BB-AFDE-28ECB406178D}" type="presOf" srcId="{B77C00C6-9ECE-4A7C-A590-DF2E3AF57A84}" destId="{D0181AB7-9A84-44F1-AF4E-20A1ECA79B11}" srcOrd="0" destOrd="0" presId="urn:microsoft.com/office/officeart/2016/7/layout/RepeatingBendingProcessNew"/>
    <dgm:cxn modelId="{1E19B113-E7B5-4A91-AD3F-E70BDC0E4539}" srcId="{7BB93303-5CDD-4AF4-9348-2B3AD6DA83A7}" destId="{C4755DD9-6BFE-417C-BE9C-7AD094FED4FD}" srcOrd="2" destOrd="0" parTransId="{E9AF4380-5E63-4E3A-BEA7-25DA20B5260F}" sibTransId="{FFFF51A0-37C8-4DCE-9902-9244C69B5E86}"/>
    <dgm:cxn modelId="{69020218-ED51-40FF-9D85-AB0CDE64BB67}" type="presOf" srcId="{CC03B029-C2F1-440E-9DC1-6E4C6DF1CD9C}" destId="{57F08797-92AE-41A5-84FD-7A6B0785C6D7}" srcOrd="1" destOrd="0" presId="urn:microsoft.com/office/officeart/2016/7/layout/RepeatingBendingProcessNew"/>
    <dgm:cxn modelId="{F21D4E2D-230D-4EF1-9FA0-E4236266443D}" type="presOf" srcId="{FFFF51A0-37C8-4DCE-9902-9244C69B5E86}" destId="{B074FC6F-A84A-47C6-AED0-F079011A3E84}" srcOrd="0" destOrd="0" presId="urn:microsoft.com/office/officeart/2016/7/layout/RepeatingBendingProcessNew"/>
    <dgm:cxn modelId="{996F8630-25A8-45A6-B630-7F0C887B26DB}" srcId="{7BB93303-5CDD-4AF4-9348-2B3AD6DA83A7}" destId="{5C9AE5DB-730F-4597-8106-3E4A9B4C44C1}" srcOrd="5" destOrd="0" parTransId="{90264E00-5530-495E-8426-D723164DA010}" sibTransId="{421F75D9-A42C-42DC-A2F4-E2082C561035}"/>
    <dgm:cxn modelId="{DFAC7E3D-D4F0-45DF-8D82-C50207687BEA}" type="presOf" srcId="{FFFF51A0-37C8-4DCE-9902-9244C69B5E86}" destId="{CC90451A-1C48-41F7-AA34-0FD362039FA6}" srcOrd="1" destOrd="0" presId="urn:microsoft.com/office/officeart/2016/7/layout/RepeatingBendingProcessNew"/>
    <dgm:cxn modelId="{4FBFF145-E656-46B2-9048-2F90F397076F}" type="presOf" srcId="{E0173E85-3323-4D9D-80B5-FF439E889899}" destId="{9548CA0E-5F67-4034-8B26-C10C3498FF18}" srcOrd="0" destOrd="0" presId="urn:microsoft.com/office/officeart/2016/7/layout/RepeatingBendingProcessNew"/>
    <dgm:cxn modelId="{802B9166-9989-4EFF-88FB-14F65BBE8E43}" type="presOf" srcId="{CC03B029-C2F1-440E-9DC1-6E4C6DF1CD9C}" destId="{1F35B8F3-A74F-4E79-9327-7D2514657ED0}" srcOrd="0" destOrd="0" presId="urn:microsoft.com/office/officeart/2016/7/layout/RepeatingBendingProcessNew"/>
    <dgm:cxn modelId="{3696A967-FCA6-4B94-B0A9-28B48C2AB2D5}" type="presOf" srcId="{F0671E7B-1D11-4DF3-8E71-B9D4F969E746}" destId="{30F5C249-1B7A-4332-9BC9-B5AAB6E81797}" srcOrd="1" destOrd="0" presId="urn:microsoft.com/office/officeart/2016/7/layout/RepeatingBendingProcessNew"/>
    <dgm:cxn modelId="{5979996B-DFDA-445F-8433-A1FABAC0CE06}" srcId="{7BB93303-5CDD-4AF4-9348-2B3AD6DA83A7}" destId="{A328AEB8-5ABF-4269-9A0C-89DAD42F255D}" srcOrd="0" destOrd="0" parTransId="{E3183400-399C-4461-979A-4E2F181CB939}" sibTransId="{B77C00C6-9ECE-4A7C-A590-DF2E3AF57A84}"/>
    <dgm:cxn modelId="{AA86F97A-6BBB-4B77-9ED3-7ACA770421BD}" type="presOf" srcId="{CFC57F8C-EEEB-478B-917E-96693CE974E2}" destId="{269C6D84-34A2-44B8-BD57-91B792BD8622}" srcOrd="0" destOrd="0" presId="urn:microsoft.com/office/officeart/2016/7/layout/RepeatingBendingProcessNew"/>
    <dgm:cxn modelId="{47140A7B-F7A5-43A5-9DD3-F60C6EBA2EDD}" srcId="{7BB93303-5CDD-4AF4-9348-2B3AD6DA83A7}" destId="{E0173E85-3323-4D9D-80B5-FF439E889899}" srcOrd="6" destOrd="0" parTransId="{B909B6E2-65C1-4EF9-BAB2-03A0A42BC521}" sibTransId="{F0671E7B-1D11-4DF3-8E71-B9D4F969E746}"/>
    <dgm:cxn modelId="{EA3F597C-AF70-4AD7-A644-2A5AAB1EE8D2}" type="presOf" srcId="{A328AEB8-5ABF-4269-9A0C-89DAD42F255D}" destId="{0A6634BA-6F47-4295-819C-96AF8D9ED8E1}" srcOrd="0" destOrd="0" presId="urn:microsoft.com/office/officeart/2016/7/layout/RepeatingBendingProcessNew"/>
    <dgm:cxn modelId="{4424687D-98FF-4922-820E-B4AC1855CA9A}" type="presOf" srcId="{C4755DD9-6BFE-417C-BE9C-7AD094FED4FD}" destId="{C8E9C5A0-52D5-43BA-873B-185712EE2B81}" srcOrd="0" destOrd="0" presId="urn:microsoft.com/office/officeart/2016/7/layout/RepeatingBendingProcessNew"/>
    <dgm:cxn modelId="{6E92B082-EF53-4373-8C66-701A3FA52214}" type="presOf" srcId="{7BB93303-5CDD-4AF4-9348-2B3AD6DA83A7}" destId="{F1934BAD-03D8-44C1-9D6C-7C547A118153}" srcOrd="0" destOrd="0" presId="urn:microsoft.com/office/officeart/2016/7/layout/RepeatingBendingProcessNew"/>
    <dgm:cxn modelId="{404A2A8B-1C4D-4A4A-8CDD-0EF270887602}" type="presOf" srcId="{F90D626F-5482-44DC-AF2F-1150C3D173F2}" destId="{FFC7A7C6-231F-4F82-B6D1-3DD285A07F64}" srcOrd="0" destOrd="0" presId="urn:microsoft.com/office/officeart/2016/7/layout/RepeatingBendingProcessNew"/>
    <dgm:cxn modelId="{AF53428E-496B-40C4-A3A6-5FD00794AE06}" type="presOf" srcId="{B77C00C6-9ECE-4A7C-A590-DF2E3AF57A84}" destId="{96FC72AD-C4DF-412A-AAAA-FA4C20E6A51C}" srcOrd="1" destOrd="0" presId="urn:microsoft.com/office/officeart/2016/7/layout/RepeatingBendingProcessNew"/>
    <dgm:cxn modelId="{5FE5EE91-DDDC-4345-9E12-1D8A06905FD6}" srcId="{7BB93303-5CDD-4AF4-9348-2B3AD6DA83A7}" destId="{9237B074-F592-457B-AE66-02BAEE9C419D}" srcOrd="1" destOrd="0" parTransId="{B79ABC8D-4CBE-43D2-84CA-FA1F5EB094F3}" sibTransId="{CC03B029-C2F1-440E-9DC1-6E4C6DF1CD9C}"/>
    <dgm:cxn modelId="{B938F095-1B7B-4789-A566-DB128FBCC84E}" srcId="{7BB93303-5CDD-4AF4-9348-2B3AD6DA83A7}" destId="{B75EE3CF-CA26-4BF5-8C56-AC46B5E3B685}" srcOrd="3" destOrd="0" parTransId="{DF25F675-31FC-4188-AD7C-E8FCAEC1F203}" sibTransId="{BA68BA13-43E2-4068-875F-ECADA5F9C6F5}"/>
    <dgm:cxn modelId="{FA163FA5-A876-4FE9-93D1-3D5911B22E98}" type="presOf" srcId="{BA68BA13-43E2-4068-875F-ECADA5F9C6F5}" destId="{6BC102A5-8FD6-4A2E-AD3F-8C0ED13F5B0C}" srcOrd="1" destOrd="0" presId="urn:microsoft.com/office/officeart/2016/7/layout/RepeatingBendingProcessNew"/>
    <dgm:cxn modelId="{65FA08A8-5742-46D6-A0E4-E9BA94FE4FF6}" type="presOf" srcId="{CFC57F8C-EEEB-478B-917E-96693CE974E2}" destId="{B152349A-1F21-4E95-A664-D6D1FAAFF5D3}" srcOrd="1" destOrd="0" presId="urn:microsoft.com/office/officeart/2016/7/layout/RepeatingBendingProcessNew"/>
    <dgm:cxn modelId="{4044A8B5-E7E5-4030-A7E7-61B4F3F5F9B1}" type="presOf" srcId="{9237B074-F592-457B-AE66-02BAEE9C419D}" destId="{71F2E6B3-D7CB-480D-9E80-42097E7C92F3}" srcOrd="0" destOrd="0" presId="urn:microsoft.com/office/officeart/2016/7/layout/RepeatingBendingProcessNew"/>
    <dgm:cxn modelId="{21EDCEB7-686C-477E-BBFF-9F9FCEA7A172}" type="presOf" srcId="{5C9AE5DB-730F-4597-8106-3E4A9B4C44C1}" destId="{4FFDC724-7059-4619-86E9-15422B6B01DF}" srcOrd="0" destOrd="0" presId="urn:microsoft.com/office/officeart/2016/7/layout/RepeatingBendingProcessNew"/>
    <dgm:cxn modelId="{8A97ABBF-8B0C-4669-B01B-8FBC770A29EB}" type="presOf" srcId="{BA68BA13-43E2-4068-875F-ECADA5F9C6F5}" destId="{EEEF04B8-9BF5-4D57-8CBB-000E5168C4EA}" srcOrd="0" destOrd="0" presId="urn:microsoft.com/office/officeart/2016/7/layout/RepeatingBendingProcessNew"/>
    <dgm:cxn modelId="{736DEEC6-5212-45B5-A65A-A9DB96AEF17B}" type="presOf" srcId="{F0671E7B-1D11-4DF3-8E71-B9D4F969E746}" destId="{15F4D6B9-B393-4718-BA22-DD3FB0B7EA22}" srcOrd="0" destOrd="0" presId="urn:microsoft.com/office/officeart/2016/7/layout/RepeatingBendingProcessNew"/>
    <dgm:cxn modelId="{79644AC7-93AA-41A2-A143-F9772890C28B}" type="presOf" srcId="{421F75D9-A42C-42DC-A2F4-E2082C561035}" destId="{7A5CB7A3-61F2-4135-843F-F9945FA98AD4}" srcOrd="0" destOrd="0" presId="urn:microsoft.com/office/officeart/2016/7/layout/RepeatingBendingProcessNew"/>
    <dgm:cxn modelId="{CBE07FD7-91B0-4BD4-861E-37C605798C9B}" srcId="{7BB93303-5CDD-4AF4-9348-2B3AD6DA83A7}" destId="{F90D626F-5482-44DC-AF2F-1150C3D173F2}" srcOrd="7" destOrd="0" parTransId="{F4506818-26B9-40CE-8E8F-0D7A9FA7C659}" sibTransId="{9F517FDF-0225-48E0-A27C-F664EFD5E614}"/>
    <dgm:cxn modelId="{F7C7ECFD-0A2C-4342-9FA8-30D0386AF362}" srcId="{7BB93303-5CDD-4AF4-9348-2B3AD6DA83A7}" destId="{32F698DC-0A2C-426A-B49A-98285472A7D2}" srcOrd="4" destOrd="0" parTransId="{7C5ECC54-B59F-43DC-980C-C7E243C85ADB}" sibTransId="{CFC57F8C-EEEB-478B-917E-96693CE974E2}"/>
    <dgm:cxn modelId="{BACA1D12-8629-4BE1-AC4B-20E553B585F4}" type="presParOf" srcId="{F1934BAD-03D8-44C1-9D6C-7C547A118153}" destId="{0A6634BA-6F47-4295-819C-96AF8D9ED8E1}" srcOrd="0" destOrd="0" presId="urn:microsoft.com/office/officeart/2016/7/layout/RepeatingBendingProcessNew"/>
    <dgm:cxn modelId="{390FA7BF-257F-45C9-ABA4-C1DC864C6F51}" type="presParOf" srcId="{F1934BAD-03D8-44C1-9D6C-7C547A118153}" destId="{D0181AB7-9A84-44F1-AF4E-20A1ECA79B11}" srcOrd="1" destOrd="0" presId="urn:microsoft.com/office/officeart/2016/7/layout/RepeatingBendingProcessNew"/>
    <dgm:cxn modelId="{0514FF6E-F816-4320-AC16-3E8F9AE2B3E2}" type="presParOf" srcId="{D0181AB7-9A84-44F1-AF4E-20A1ECA79B11}" destId="{96FC72AD-C4DF-412A-AAAA-FA4C20E6A51C}" srcOrd="0" destOrd="0" presId="urn:microsoft.com/office/officeart/2016/7/layout/RepeatingBendingProcessNew"/>
    <dgm:cxn modelId="{61EB590B-0099-4899-A199-7B5BA88D483D}" type="presParOf" srcId="{F1934BAD-03D8-44C1-9D6C-7C547A118153}" destId="{71F2E6B3-D7CB-480D-9E80-42097E7C92F3}" srcOrd="2" destOrd="0" presId="urn:microsoft.com/office/officeart/2016/7/layout/RepeatingBendingProcessNew"/>
    <dgm:cxn modelId="{4C281411-A35C-473E-8748-A3F6F74F2C6F}" type="presParOf" srcId="{F1934BAD-03D8-44C1-9D6C-7C547A118153}" destId="{1F35B8F3-A74F-4E79-9327-7D2514657ED0}" srcOrd="3" destOrd="0" presId="urn:microsoft.com/office/officeart/2016/7/layout/RepeatingBendingProcessNew"/>
    <dgm:cxn modelId="{2B863C84-7D7D-4655-9C08-614C6D7C5F7D}" type="presParOf" srcId="{1F35B8F3-A74F-4E79-9327-7D2514657ED0}" destId="{57F08797-92AE-41A5-84FD-7A6B0785C6D7}" srcOrd="0" destOrd="0" presId="urn:microsoft.com/office/officeart/2016/7/layout/RepeatingBendingProcessNew"/>
    <dgm:cxn modelId="{AB110CA4-C06A-46E0-A0DA-9E5342B46E9F}" type="presParOf" srcId="{F1934BAD-03D8-44C1-9D6C-7C547A118153}" destId="{C8E9C5A0-52D5-43BA-873B-185712EE2B81}" srcOrd="4" destOrd="0" presId="urn:microsoft.com/office/officeart/2016/7/layout/RepeatingBendingProcessNew"/>
    <dgm:cxn modelId="{08E22D72-394A-48DD-8442-F91CAA70F4F6}" type="presParOf" srcId="{F1934BAD-03D8-44C1-9D6C-7C547A118153}" destId="{B074FC6F-A84A-47C6-AED0-F079011A3E84}" srcOrd="5" destOrd="0" presId="urn:microsoft.com/office/officeart/2016/7/layout/RepeatingBendingProcessNew"/>
    <dgm:cxn modelId="{10FDB879-627C-4310-9DAC-3D089BBD66F4}" type="presParOf" srcId="{B074FC6F-A84A-47C6-AED0-F079011A3E84}" destId="{CC90451A-1C48-41F7-AA34-0FD362039FA6}" srcOrd="0" destOrd="0" presId="urn:microsoft.com/office/officeart/2016/7/layout/RepeatingBendingProcessNew"/>
    <dgm:cxn modelId="{78C9417A-C108-49F4-A16A-3D3AE97F05EB}" type="presParOf" srcId="{F1934BAD-03D8-44C1-9D6C-7C547A118153}" destId="{E1C46A6B-17B9-4ED3-8B24-53B73B6F1284}" srcOrd="6" destOrd="0" presId="urn:microsoft.com/office/officeart/2016/7/layout/RepeatingBendingProcessNew"/>
    <dgm:cxn modelId="{2398C751-A82C-4E45-9E37-B3DAA320BC72}" type="presParOf" srcId="{F1934BAD-03D8-44C1-9D6C-7C547A118153}" destId="{EEEF04B8-9BF5-4D57-8CBB-000E5168C4EA}" srcOrd="7" destOrd="0" presId="urn:microsoft.com/office/officeart/2016/7/layout/RepeatingBendingProcessNew"/>
    <dgm:cxn modelId="{8F4CDB6E-4704-46D9-8759-B0093F50157A}" type="presParOf" srcId="{EEEF04B8-9BF5-4D57-8CBB-000E5168C4EA}" destId="{6BC102A5-8FD6-4A2E-AD3F-8C0ED13F5B0C}" srcOrd="0" destOrd="0" presId="urn:microsoft.com/office/officeart/2016/7/layout/RepeatingBendingProcessNew"/>
    <dgm:cxn modelId="{2F545C48-FBD0-41D0-9E5C-AD5D37D4F97F}" type="presParOf" srcId="{F1934BAD-03D8-44C1-9D6C-7C547A118153}" destId="{AC6C65C6-719C-4597-A081-7E2BB179625D}" srcOrd="8" destOrd="0" presId="urn:microsoft.com/office/officeart/2016/7/layout/RepeatingBendingProcessNew"/>
    <dgm:cxn modelId="{DD1A55E7-AD1D-423F-AB5B-3C0463250BED}" type="presParOf" srcId="{F1934BAD-03D8-44C1-9D6C-7C547A118153}" destId="{269C6D84-34A2-44B8-BD57-91B792BD8622}" srcOrd="9" destOrd="0" presId="urn:microsoft.com/office/officeart/2016/7/layout/RepeatingBendingProcessNew"/>
    <dgm:cxn modelId="{E8C67274-BCE1-4082-9B2F-66E7598E2BC5}" type="presParOf" srcId="{269C6D84-34A2-44B8-BD57-91B792BD8622}" destId="{B152349A-1F21-4E95-A664-D6D1FAAFF5D3}" srcOrd="0" destOrd="0" presId="urn:microsoft.com/office/officeart/2016/7/layout/RepeatingBendingProcessNew"/>
    <dgm:cxn modelId="{5480FFC8-DEF5-4467-942D-83FDF4694F8B}" type="presParOf" srcId="{F1934BAD-03D8-44C1-9D6C-7C547A118153}" destId="{4FFDC724-7059-4619-86E9-15422B6B01DF}" srcOrd="10" destOrd="0" presId="urn:microsoft.com/office/officeart/2016/7/layout/RepeatingBendingProcessNew"/>
    <dgm:cxn modelId="{456A85DD-2B66-4C64-BA48-06CDF8B1B683}" type="presParOf" srcId="{F1934BAD-03D8-44C1-9D6C-7C547A118153}" destId="{7A5CB7A3-61F2-4135-843F-F9945FA98AD4}" srcOrd="11" destOrd="0" presId="urn:microsoft.com/office/officeart/2016/7/layout/RepeatingBendingProcessNew"/>
    <dgm:cxn modelId="{332D559E-7B18-4C70-8FEF-02935C5D13D7}" type="presParOf" srcId="{7A5CB7A3-61F2-4135-843F-F9945FA98AD4}" destId="{C3875D57-56AD-42D8-9564-697EBDDEC6CF}" srcOrd="0" destOrd="0" presId="urn:microsoft.com/office/officeart/2016/7/layout/RepeatingBendingProcessNew"/>
    <dgm:cxn modelId="{BC1BC4B5-BCC5-4E53-BA66-4B5D484C5FA8}" type="presParOf" srcId="{F1934BAD-03D8-44C1-9D6C-7C547A118153}" destId="{9548CA0E-5F67-4034-8B26-C10C3498FF18}" srcOrd="12" destOrd="0" presId="urn:microsoft.com/office/officeart/2016/7/layout/RepeatingBendingProcessNew"/>
    <dgm:cxn modelId="{94C42295-2F47-4105-BFE3-C3ED3B862266}" type="presParOf" srcId="{F1934BAD-03D8-44C1-9D6C-7C547A118153}" destId="{15F4D6B9-B393-4718-BA22-DD3FB0B7EA22}" srcOrd="13" destOrd="0" presId="urn:microsoft.com/office/officeart/2016/7/layout/RepeatingBendingProcessNew"/>
    <dgm:cxn modelId="{17A5580B-87AE-46B2-9FD4-60A888404D1F}" type="presParOf" srcId="{15F4D6B9-B393-4718-BA22-DD3FB0B7EA22}" destId="{30F5C249-1B7A-4332-9BC9-B5AAB6E81797}" srcOrd="0" destOrd="0" presId="urn:microsoft.com/office/officeart/2016/7/layout/RepeatingBendingProcessNew"/>
    <dgm:cxn modelId="{994FAAD4-B0C4-4EAA-A54C-D20547513F46}" type="presParOf" srcId="{F1934BAD-03D8-44C1-9D6C-7C547A118153}" destId="{FFC7A7C6-231F-4F82-B6D1-3DD285A07F64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C06BB2-0B4D-4772-925E-928CCB806C0D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CBD6EEC-0FA5-4E86-A089-47E686326810}">
      <dgm:prSet custT="1"/>
      <dgm:spPr/>
      <dgm:t>
        <a:bodyPr/>
        <a:lstStyle/>
        <a:p>
          <a:r>
            <a:rPr lang="en-US" sz="3200" dirty="0"/>
            <a:t>Embedding Quality</a:t>
          </a:r>
        </a:p>
      </dgm:t>
    </dgm:pt>
    <dgm:pt modelId="{D352E9B1-2F58-49CF-BECE-9731919524BE}" type="parTrans" cxnId="{C5663AA2-E088-4A66-8A0A-4B858692E9E8}">
      <dgm:prSet/>
      <dgm:spPr/>
      <dgm:t>
        <a:bodyPr/>
        <a:lstStyle/>
        <a:p>
          <a:endParaRPr lang="en-US"/>
        </a:p>
      </dgm:t>
    </dgm:pt>
    <dgm:pt modelId="{20A78CA6-E60F-49BE-96F6-D9E29E5864E0}" type="sibTrans" cxnId="{C5663AA2-E088-4A66-8A0A-4B858692E9E8}">
      <dgm:prSet/>
      <dgm:spPr/>
      <dgm:t>
        <a:bodyPr/>
        <a:lstStyle/>
        <a:p>
          <a:endParaRPr lang="en-US"/>
        </a:p>
      </dgm:t>
    </dgm:pt>
    <dgm:pt modelId="{2A6330B4-4684-4594-9229-7F258D465293}">
      <dgm:prSet custT="1"/>
      <dgm:spPr/>
      <dgm:t>
        <a:bodyPr/>
        <a:lstStyle/>
        <a:p>
          <a:r>
            <a:rPr lang="en-US" sz="3200" dirty="0"/>
            <a:t>API Limitations</a:t>
          </a:r>
        </a:p>
      </dgm:t>
    </dgm:pt>
    <dgm:pt modelId="{300AE169-C85E-4A38-9BB2-9AACC09920BF}" type="parTrans" cxnId="{5FDE75CA-6ED8-4511-BC31-F795E6A16E2B}">
      <dgm:prSet/>
      <dgm:spPr/>
      <dgm:t>
        <a:bodyPr/>
        <a:lstStyle/>
        <a:p>
          <a:endParaRPr lang="en-US"/>
        </a:p>
      </dgm:t>
    </dgm:pt>
    <dgm:pt modelId="{2DAAFDD5-7ACE-466D-8D0C-2E705C9032BB}" type="sibTrans" cxnId="{5FDE75CA-6ED8-4511-BC31-F795E6A16E2B}">
      <dgm:prSet/>
      <dgm:spPr/>
      <dgm:t>
        <a:bodyPr/>
        <a:lstStyle/>
        <a:p>
          <a:endParaRPr lang="en-US"/>
        </a:p>
      </dgm:t>
    </dgm:pt>
    <dgm:pt modelId="{94A377AA-8C38-4FDA-B6AB-1D0B9EA35736}">
      <dgm:prSet custT="1"/>
      <dgm:spPr/>
      <dgm:t>
        <a:bodyPr/>
        <a:lstStyle/>
        <a:p>
          <a:r>
            <a:rPr lang="en-US" sz="3200"/>
            <a:t>Source data is not full fetched.</a:t>
          </a:r>
          <a:endParaRPr lang="en-US" sz="3200" dirty="0"/>
        </a:p>
      </dgm:t>
    </dgm:pt>
    <dgm:pt modelId="{D7AAC7EF-72D3-4377-820B-BBD5F35CFCE5}" type="parTrans" cxnId="{30F1FF8D-C6C3-4A15-BA34-514ACDD2E700}">
      <dgm:prSet/>
      <dgm:spPr/>
      <dgm:t>
        <a:bodyPr/>
        <a:lstStyle/>
        <a:p>
          <a:endParaRPr lang="en-US"/>
        </a:p>
      </dgm:t>
    </dgm:pt>
    <dgm:pt modelId="{EF2BFC51-BA17-4186-8904-BAA23BE42D7A}" type="sibTrans" cxnId="{30F1FF8D-C6C3-4A15-BA34-514ACDD2E700}">
      <dgm:prSet/>
      <dgm:spPr/>
      <dgm:t>
        <a:bodyPr/>
        <a:lstStyle/>
        <a:p>
          <a:endParaRPr lang="en-US"/>
        </a:p>
      </dgm:t>
    </dgm:pt>
    <dgm:pt modelId="{AC0F051C-2738-4B82-97B5-CEC36307B4EC}" type="pres">
      <dgm:prSet presAssocID="{C5C06BB2-0B4D-4772-925E-928CCB806C0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5F629B1-5CF3-4637-8397-C964C18E5219}" type="pres">
      <dgm:prSet presAssocID="{5CBD6EEC-0FA5-4E86-A089-47E686326810}" presName="hierRoot1" presStyleCnt="0"/>
      <dgm:spPr/>
    </dgm:pt>
    <dgm:pt modelId="{42745B1E-E34D-475D-A76A-E25AC342A8F2}" type="pres">
      <dgm:prSet presAssocID="{5CBD6EEC-0FA5-4E86-A089-47E686326810}" presName="composite" presStyleCnt="0"/>
      <dgm:spPr/>
    </dgm:pt>
    <dgm:pt modelId="{7993751A-6108-4827-9473-CB9ED31D2896}" type="pres">
      <dgm:prSet presAssocID="{5CBD6EEC-0FA5-4E86-A089-47E686326810}" presName="background" presStyleLbl="node0" presStyleIdx="0" presStyleCnt="3"/>
      <dgm:spPr>
        <a:solidFill>
          <a:schemeClr val="bg2">
            <a:lumMod val="40000"/>
            <a:lumOff val="60000"/>
          </a:schemeClr>
        </a:solidFill>
      </dgm:spPr>
    </dgm:pt>
    <dgm:pt modelId="{C91ECF8C-25B9-4976-BF13-6F893978DACD}" type="pres">
      <dgm:prSet presAssocID="{5CBD6EEC-0FA5-4E86-A089-47E686326810}" presName="text" presStyleLbl="fgAcc0" presStyleIdx="0" presStyleCnt="3">
        <dgm:presLayoutVars>
          <dgm:chPref val="3"/>
        </dgm:presLayoutVars>
      </dgm:prSet>
      <dgm:spPr/>
    </dgm:pt>
    <dgm:pt modelId="{5788EBB4-182E-43E5-9173-EFD21ED91611}" type="pres">
      <dgm:prSet presAssocID="{5CBD6EEC-0FA5-4E86-A089-47E686326810}" presName="hierChild2" presStyleCnt="0"/>
      <dgm:spPr/>
    </dgm:pt>
    <dgm:pt modelId="{87B2E8DA-6AD5-4839-AA7D-931663E72D87}" type="pres">
      <dgm:prSet presAssocID="{2A6330B4-4684-4594-9229-7F258D465293}" presName="hierRoot1" presStyleCnt="0"/>
      <dgm:spPr/>
    </dgm:pt>
    <dgm:pt modelId="{3B3F5344-F531-4E25-8B6D-2A2F38D6E1C2}" type="pres">
      <dgm:prSet presAssocID="{2A6330B4-4684-4594-9229-7F258D465293}" presName="composite" presStyleCnt="0"/>
      <dgm:spPr/>
    </dgm:pt>
    <dgm:pt modelId="{73F6CAAE-BF03-46F0-9B45-0326CBC29348}" type="pres">
      <dgm:prSet presAssocID="{2A6330B4-4684-4594-9229-7F258D465293}" presName="background" presStyleLbl="node0" presStyleIdx="1" presStyleCnt="3"/>
      <dgm:spPr>
        <a:solidFill>
          <a:schemeClr val="bg2">
            <a:lumMod val="40000"/>
            <a:lumOff val="60000"/>
          </a:schemeClr>
        </a:solidFill>
      </dgm:spPr>
    </dgm:pt>
    <dgm:pt modelId="{2C559581-068B-4A7A-958E-6B26829D43A8}" type="pres">
      <dgm:prSet presAssocID="{2A6330B4-4684-4594-9229-7F258D465293}" presName="text" presStyleLbl="fgAcc0" presStyleIdx="1" presStyleCnt="3" custLinFactNeighborX="17">
        <dgm:presLayoutVars>
          <dgm:chPref val="3"/>
        </dgm:presLayoutVars>
      </dgm:prSet>
      <dgm:spPr/>
    </dgm:pt>
    <dgm:pt modelId="{505436CA-ED15-4D95-9B6A-C62E835276F2}" type="pres">
      <dgm:prSet presAssocID="{2A6330B4-4684-4594-9229-7F258D465293}" presName="hierChild2" presStyleCnt="0"/>
      <dgm:spPr/>
    </dgm:pt>
    <dgm:pt modelId="{6F207C9E-9656-46BC-B4D6-E5C950C67CBA}" type="pres">
      <dgm:prSet presAssocID="{94A377AA-8C38-4FDA-B6AB-1D0B9EA35736}" presName="hierRoot1" presStyleCnt="0"/>
      <dgm:spPr/>
    </dgm:pt>
    <dgm:pt modelId="{858A05FA-BF42-42BC-892F-CC52B6F59DC6}" type="pres">
      <dgm:prSet presAssocID="{94A377AA-8C38-4FDA-B6AB-1D0B9EA35736}" presName="composite" presStyleCnt="0"/>
      <dgm:spPr/>
    </dgm:pt>
    <dgm:pt modelId="{3573E094-E031-4291-AE6E-E75B6AE4F760}" type="pres">
      <dgm:prSet presAssocID="{94A377AA-8C38-4FDA-B6AB-1D0B9EA35736}" presName="background" presStyleLbl="node0" presStyleIdx="2" presStyleCnt="3"/>
      <dgm:spPr>
        <a:solidFill>
          <a:schemeClr val="bg2">
            <a:lumMod val="40000"/>
            <a:lumOff val="60000"/>
          </a:schemeClr>
        </a:solidFill>
      </dgm:spPr>
    </dgm:pt>
    <dgm:pt modelId="{D1E0B123-C0F6-45C1-ABA9-3D3D97FBD1E2}" type="pres">
      <dgm:prSet presAssocID="{94A377AA-8C38-4FDA-B6AB-1D0B9EA35736}" presName="text" presStyleLbl="fgAcc0" presStyleIdx="2" presStyleCnt="3">
        <dgm:presLayoutVars>
          <dgm:chPref val="3"/>
        </dgm:presLayoutVars>
      </dgm:prSet>
      <dgm:spPr/>
    </dgm:pt>
    <dgm:pt modelId="{E53F139B-1FE9-4F4D-9444-26A2154184DF}" type="pres">
      <dgm:prSet presAssocID="{94A377AA-8C38-4FDA-B6AB-1D0B9EA35736}" presName="hierChild2" presStyleCnt="0"/>
      <dgm:spPr/>
    </dgm:pt>
  </dgm:ptLst>
  <dgm:cxnLst>
    <dgm:cxn modelId="{1C7C8238-574E-4867-9008-C83DFDD97E9F}" type="presOf" srcId="{2A6330B4-4684-4594-9229-7F258D465293}" destId="{2C559581-068B-4A7A-958E-6B26829D43A8}" srcOrd="0" destOrd="0" presId="urn:microsoft.com/office/officeart/2005/8/layout/hierarchy1"/>
    <dgm:cxn modelId="{30F1FF8D-C6C3-4A15-BA34-514ACDD2E700}" srcId="{C5C06BB2-0B4D-4772-925E-928CCB806C0D}" destId="{94A377AA-8C38-4FDA-B6AB-1D0B9EA35736}" srcOrd="2" destOrd="0" parTransId="{D7AAC7EF-72D3-4377-820B-BBD5F35CFCE5}" sibTransId="{EF2BFC51-BA17-4186-8904-BAA23BE42D7A}"/>
    <dgm:cxn modelId="{C5663AA2-E088-4A66-8A0A-4B858692E9E8}" srcId="{C5C06BB2-0B4D-4772-925E-928CCB806C0D}" destId="{5CBD6EEC-0FA5-4E86-A089-47E686326810}" srcOrd="0" destOrd="0" parTransId="{D352E9B1-2F58-49CF-BECE-9731919524BE}" sibTransId="{20A78CA6-E60F-49BE-96F6-D9E29E5864E0}"/>
    <dgm:cxn modelId="{5FDE75CA-6ED8-4511-BC31-F795E6A16E2B}" srcId="{C5C06BB2-0B4D-4772-925E-928CCB806C0D}" destId="{2A6330B4-4684-4594-9229-7F258D465293}" srcOrd="1" destOrd="0" parTransId="{300AE169-C85E-4A38-9BB2-9AACC09920BF}" sibTransId="{2DAAFDD5-7ACE-466D-8D0C-2E705C9032BB}"/>
    <dgm:cxn modelId="{3F6B91CD-FF1F-41BF-BBA7-D01479A28CB8}" type="presOf" srcId="{5CBD6EEC-0FA5-4E86-A089-47E686326810}" destId="{C91ECF8C-25B9-4976-BF13-6F893978DACD}" srcOrd="0" destOrd="0" presId="urn:microsoft.com/office/officeart/2005/8/layout/hierarchy1"/>
    <dgm:cxn modelId="{E3D6BAF4-9E4E-4473-B349-5C91DAEBD9E1}" type="presOf" srcId="{94A377AA-8C38-4FDA-B6AB-1D0B9EA35736}" destId="{D1E0B123-C0F6-45C1-ABA9-3D3D97FBD1E2}" srcOrd="0" destOrd="0" presId="urn:microsoft.com/office/officeart/2005/8/layout/hierarchy1"/>
    <dgm:cxn modelId="{283D7DFA-62E4-491D-B03B-4F25BBB9170F}" type="presOf" srcId="{C5C06BB2-0B4D-4772-925E-928CCB806C0D}" destId="{AC0F051C-2738-4B82-97B5-CEC36307B4EC}" srcOrd="0" destOrd="0" presId="urn:microsoft.com/office/officeart/2005/8/layout/hierarchy1"/>
    <dgm:cxn modelId="{C415C971-C796-49F2-B81F-431EF0524653}" type="presParOf" srcId="{AC0F051C-2738-4B82-97B5-CEC36307B4EC}" destId="{75F629B1-5CF3-4637-8397-C964C18E5219}" srcOrd="0" destOrd="0" presId="urn:microsoft.com/office/officeart/2005/8/layout/hierarchy1"/>
    <dgm:cxn modelId="{F741FC2D-E1D1-4507-B65F-A5E7D9C3D7A3}" type="presParOf" srcId="{75F629B1-5CF3-4637-8397-C964C18E5219}" destId="{42745B1E-E34D-475D-A76A-E25AC342A8F2}" srcOrd="0" destOrd="0" presId="urn:microsoft.com/office/officeart/2005/8/layout/hierarchy1"/>
    <dgm:cxn modelId="{DB1948BA-0C81-48A1-A4CE-B805A0FDBC8E}" type="presParOf" srcId="{42745B1E-E34D-475D-A76A-E25AC342A8F2}" destId="{7993751A-6108-4827-9473-CB9ED31D2896}" srcOrd="0" destOrd="0" presId="urn:microsoft.com/office/officeart/2005/8/layout/hierarchy1"/>
    <dgm:cxn modelId="{388E6D18-22CC-4373-B8CA-FEA5F9895878}" type="presParOf" srcId="{42745B1E-E34D-475D-A76A-E25AC342A8F2}" destId="{C91ECF8C-25B9-4976-BF13-6F893978DACD}" srcOrd="1" destOrd="0" presId="urn:microsoft.com/office/officeart/2005/8/layout/hierarchy1"/>
    <dgm:cxn modelId="{0A45C87F-9B7F-4700-A1A8-F39BF06376F0}" type="presParOf" srcId="{75F629B1-5CF3-4637-8397-C964C18E5219}" destId="{5788EBB4-182E-43E5-9173-EFD21ED91611}" srcOrd="1" destOrd="0" presId="urn:microsoft.com/office/officeart/2005/8/layout/hierarchy1"/>
    <dgm:cxn modelId="{8A44E7C3-B0F1-4EDF-ABCC-EAD885BD4110}" type="presParOf" srcId="{AC0F051C-2738-4B82-97B5-CEC36307B4EC}" destId="{87B2E8DA-6AD5-4839-AA7D-931663E72D87}" srcOrd="1" destOrd="0" presId="urn:microsoft.com/office/officeart/2005/8/layout/hierarchy1"/>
    <dgm:cxn modelId="{0328031D-3B0D-49C2-871D-2FF0B52AAF9D}" type="presParOf" srcId="{87B2E8DA-6AD5-4839-AA7D-931663E72D87}" destId="{3B3F5344-F531-4E25-8B6D-2A2F38D6E1C2}" srcOrd="0" destOrd="0" presId="urn:microsoft.com/office/officeart/2005/8/layout/hierarchy1"/>
    <dgm:cxn modelId="{0812A623-DD77-4254-B0CE-294BE57F3E1A}" type="presParOf" srcId="{3B3F5344-F531-4E25-8B6D-2A2F38D6E1C2}" destId="{73F6CAAE-BF03-46F0-9B45-0326CBC29348}" srcOrd="0" destOrd="0" presId="urn:microsoft.com/office/officeart/2005/8/layout/hierarchy1"/>
    <dgm:cxn modelId="{CE928522-CD91-408C-8E4E-D5DA55B9114D}" type="presParOf" srcId="{3B3F5344-F531-4E25-8B6D-2A2F38D6E1C2}" destId="{2C559581-068B-4A7A-958E-6B26829D43A8}" srcOrd="1" destOrd="0" presId="urn:microsoft.com/office/officeart/2005/8/layout/hierarchy1"/>
    <dgm:cxn modelId="{5E3EB628-7A6A-4DB7-B6C8-57A358CC74D6}" type="presParOf" srcId="{87B2E8DA-6AD5-4839-AA7D-931663E72D87}" destId="{505436CA-ED15-4D95-9B6A-C62E835276F2}" srcOrd="1" destOrd="0" presId="urn:microsoft.com/office/officeart/2005/8/layout/hierarchy1"/>
    <dgm:cxn modelId="{60BDF6C4-74BA-4394-B900-B66319BDD962}" type="presParOf" srcId="{AC0F051C-2738-4B82-97B5-CEC36307B4EC}" destId="{6F207C9E-9656-46BC-B4D6-E5C950C67CBA}" srcOrd="2" destOrd="0" presId="urn:microsoft.com/office/officeart/2005/8/layout/hierarchy1"/>
    <dgm:cxn modelId="{60AEF291-23DC-4D80-936E-447E52D83042}" type="presParOf" srcId="{6F207C9E-9656-46BC-B4D6-E5C950C67CBA}" destId="{858A05FA-BF42-42BC-892F-CC52B6F59DC6}" srcOrd="0" destOrd="0" presId="urn:microsoft.com/office/officeart/2005/8/layout/hierarchy1"/>
    <dgm:cxn modelId="{8AC0DCFC-03B4-461A-AC78-A10FC27F9B5B}" type="presParOf" srcId="{858A05FA-BF42-42BC-892F-CC52B6F59DC6}" destId="{3573E094-E031-4291-AE6E-E75B6AE4F760}" srcOrd="0" destOrd="0" presId="urn:microsoft.com/office/officeart/2005/8/layout/hierarchy1"/>
    <dgm:cxn modelId="{D397DDC9-E49C-4671-9E3D-099DCDFEB680}" type="presParOf" srcId="{858A05FA-BF42-42BC-892F-CC52B6F59DC6}" destId="{D1E0B123-C0F6-45C1-ABA9-3D3D97FBD1E2}" srcOrd="1" destOrd="0" presId="urn:microsoft.com/office/officeart/2005/8/layout/hierarchy1"/>
    <dgm:cxn modelId="{607113B7-C67D-454A-9061-EC5F02E6A440}" type="presParOf" srcId="{6F207C9E-9656-46BC-B4D6-E5C950C67CBA}" destId="{E53F139B-1FE9-4F4D-9444-26A2154184D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AB7D6B-1D48-4693-981A-76162B0E4DA9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4050B62-09CC-437C-B09A-434B1C39E6A7}">
      <dgm:prSet custT="1"/>
      <dgm:spPr/>
      <dgm:t>
        <a:bodyPr/>
        <a:lstStyle/>
        <a:p>
          <a:r>
            <a:rPr lang="en-US" sz="2400" dirty="0">
              <a:effectLst/>
            </a:rPr>
            <a:t>Voice-based movie assistant </a:t>
          </a:r>
        </a:p>
      </dgm:t>
    </dgm:pt>
    <dgm:pt modelId="{A81847A4-9E48-473C-86DC-F344983F1882}" type="parTrans" cxnId="{AA8E7967-5A8B-4E25-BFB0-51CB96EC03F2}">
      <dgm:prSet/>
      <dgm:spPr/>
      <dgm:t>
        <a:bodyPr/>
        <a:lstStyle/>
        <a:p>
          <a:endParaRPr lang="en-US" sz="2400"/>
        </a:p>
      </dgm:t>
    </dgm:pt>
    <dgm:pt modelId="{4DB06180-D88F-4312-93AE-2DA335510607}" type="sibTrans" cxnId="{AA8E7967-5A8B-4E25-BFB0-51CB96EC03F2}">
      <dgm:prSet custT="1"/>
      <dgm:spPr/>
      <dgm:t>
        <a:bodyPr/>
        <a:lstStyle/>
        <a:p>
          <a:endParaRPr lang="en-US" sz="2400"/>
        </a:p>
      </dgm:t>
    </dgm:pt>
    <dgm:pt modelId="{2DB1C8E9-64A6-4C4F-9080-A10956C67AEE}">
      <dgm:prSet custT="1"/>
      <dgm:spPr/>
      <dgm:t>
        <a:bodyPr/>
        <a:lstStyle/>
        <a:p>
          <a:r>
            <a:rPr lang="en-US" sz="2400" dirty="0"/>
            <a:t>Multi-language support </a:t>
          </a:r>
        </a:p>
      </dgm:t>
    </dgm:pt>
    <dgm:pt modelId="{CBAACA8A-B6AB-4A60-A473-8E16C3F26D54}" type="parTrans" cxnId="{14084AA4-044B-490D-8D35-336A035BB756}">
      <dgm:prSet/>
      <dgm:spPr/>
      <dgm:t>
        <a:bodyPr/>
        <a:lstStyle/>
        <a:p>
          <a:endParaRPr lang="en-US" sz="2400"/>
        </a:p>
      </dgm:t>
    </dgm:pt>
    <dgm:pt modelId="{4A29E0AF-942D-4BB0-9EE0-E8DB90A1D899}" type="sibTrans" cxnId="{14084AA4-044B-490D-8D35-336A035BB756}">
      <dgm:prSet custT="1"/>
      <dgm:spPr/>
      <dgm:t>
        <a:bodyPr/>
        <a:lstStyle/>
        <a:p>
          <a:endParaRPr lang="en-US" sz="2400"/>
        </a:p>
      </dgm:t>
    </dgm:pt>
    <dgm:pt modelId="{DC74AEF2-61A8-4BD5-AC88-7E050359208C}">
      <dgm:prSet custT="1"/>
      <dgm:spPr/>
      <dgm:t>
        <a:bodyPr/>
        <a:lstStyle/>
        <a:p>
          <a:r>
            <a:rPr lang="en-US" sz="2400"/>
            <a:t>Personalized recommendations</a:t>
          </a:r>
        </a:p>
      </dgm:t>
    </dgm:pt>
    <dgm:pt modelId="{5E87F50F-AB7F-45CE-BAEF-C9D0145EAB65}" type="parTrans" cxnId="{0C183058-AF10-4165-A4A1-DEEB6197367A}">
      <dgm:prSet/>
      <dgm:spPr/>
      <dgm:t>
        <a:bodyPr/>
        <a:lstStyle/>
        <a:p>
          <a:endParaRPr lang="en-US" sz="2400"/>
        </a:p>
      </dgm:t>
    </dgm:pt>
    <dgm:pt modelId="{9E5408BA-07B9-40C8-B2EE-1B260A54ECE6}" type="sibTrans" cxnId="{0C183058-AF10-4165-A4A1-DEEB6197367A}">
      <dgm:prSet/>
      <dgm:spPr/>
      <dgm:t>
        <a:bodyPr/>
        <a:lstStyle/>
        <a:p>
          <a:endParaRPr lang="en-US" sz="2400"/>
        </a:p>
      </dgm:t>
    </dgm:pt>
    <dgm:pt modelId="{C9EDD629-DFB6-456F-A166-39515AD70D96}">
      <dgm:prSet custT="1"/>
      <dgm:spPr/>
      <dgm:t>
        <a:bodyPr/>
        <a:lstStyle/>
        <a:p>
          <a:r>
            <a:rPr lang="en-US" sz="2400">
              <a:effectLst/>
            </a:rPr>
            <a:t>Conversational </a:t>
          </a:r>
          <a:endParaRPr lang="en-US" sz="2400" dirty="0">
            <a:effectLst/>
          </a:endParaRPr>
        </a:p>
      </dgm:t>
    </dgm:pt>
    <dgm:pt modelId="{D00D014D-D754-4EE7-AFA7-9EFD643F710D}" type="parTrans" cxnId="{A381713B-0645-4546-8A2E-72D8082F551E}">
      <dgm:prSet/>
      <dgm:spPr/>
      <dgm:t>
        <a:bodyPr/>
        <a:lstStyle/>
        <a:p>
          <a:endParaRPr lang="en-US"/>
        </a:p>
      </dgm:t>
    </dgm:pt>
    <dgm:pt modelId="{C2917F0A-93A4-43A0-88F5-A1DEF945E2A4}" type="sibTrans" cxnId="{A381713B-0645-4546-8A2E-72D8082F551E}">
      <dgm:prSet/>
      <dgm:spPr/>
      <dgm:t>
        <a:bodyPr/>
        <a:lstStyle/>
        <a:p>
          <a:endParaRPr lang="en-US"/>
        </a:p>
      </dgm:t>
    </dgm:pt>
    <dgm:pt modelId="{8998EAEB-AC9A-458E-94B9-A58D3EBC39ED}">
      <dgm:prSet custT="1"/>
      <dgm:spPr/>
      <dgm:t>
        <a:bodyPr/>
        <a:lstStyle/>
        <a:p>
          <a:r>
            <a:rPr lang="en-US" sz="2400">
              <a:effectLst/>
            </a:rPr>
            <a:t>Maintaing User History</a:t>
          </a:r>
          <a:endParaRPr lang="en-US" sz="2400" dirty="0">
            <a:effectLst/>
          </a:endParaRPr>
        </a:p>
      </dgm:t>
    </dgm:pt>
    <dgm:pt modelId="{25EFF33A-4E13-42F2-A059-1303D492F2EF}" type="parTrans" cxnId="{A9A0881A-26BF-493F-9BBE-BBDCD147ABDA}">
      <dgm:prSet/>
      <dgm:spPr/>
      <dgm:t>
        <a:bodyPr/>
        <a:lstStyle/>
        <a:p>
          <a:endParaRPr lang="en-US"/>
        </a:p>
      </dgm:t>
    </dgm:pt>
    <dgm:pt modelId="{1F219FBD-8CAA-4C1C-96B6-B9363D4517C7}" type="sibTrans" cxnId="{A9A0881A-26BF-493F-9BBE-BBDCD147ABDA}">
      <dgm:prSet/>
      <dgm:spPr/>
      <dgm:t>
        <a:bodyPr/>
        <a:lstStyle/>
        <a:p>
          <a:endParaRPr lang="en-US"/>
        </a:p>
      </dgm:t>
    </dgm:pt>
    <dgm:pt modelId="{0AD65D2B-D613-46B7-ADEF-AF57EC8B6A81}" type="pres">
      <dgm:prSet presAssocID="{2DAB7D6B-1D48-4693-981A-76162B0E4DA9}" presName="outerComposite" presStyleCnt="0">
        <dgm:presLayoutVars>
          <dgm:chMax val="5"/>
          <dgm:dir/>
          <dgm:resizeHandles val="exact"/>
        </dgm:presLayoutVars>
      </dgm:prSet>
      <dgm:spPr/>
    </dgm:pt>
    <dgm:pt modelId="{D78D3FE2-D6CE-4991-8469-0434C5FA69D6}" type="pres">
      <dgm:prSet presAssocID="{2DAB7D6B-1D48-4693-981A-76162B0E4DA9}" presName="dummyMaxCanvas" presStyleCnt="0">
        <dgm:presLayoutVars/>
      </dgm:prSet>
      <dgm:spPr/>
    </dgm:pt>
    <dgm:pt modelId="{CBD392D5-E0ED-44A7-88E1-70334778D37A}" type="pres">
      <dgm:prSet presAssocID="{2DAB7D6B-1D48-4693-981A-76162B0E4DA9}" presName="FiveNodes_1" presStyleLbl="node1" presStyleIdx="0" presStyleCnt="5">
        <dgm:presLayoutVars>
          <dgm:bulletEnabled val="1"/>
        </dgm:presLayoutVars>
      </dgm:prSet>
      <dgm:spPr/>
    </dgm:pt>
    <dgm:pt modelId="{5E23B427-2249-4CF8-BDAA-7873FC91E890}" type="pres">
      <dgm:prSet presAssocID="{2DAB7D6B-1D48-4693-981A-76162B0E4DA9}" presName="FiveNodes_2" presStyleLbl="node1" presStyleIdx="1" presStyleCnt="5">
        <dgm:presLayoutVars>
          <dgm:bulletEnabled val="1"/>
        </dgm:presLayoutVars>
      </dgm:prSet>
      <dgm:spPr/>
    </dgm:pt>
    <dgm:pt modelId="{BB1DD28D-E77B-4B3B-B012-BF45F01A82A7}" type="pres">
      <dgm:prSet presAssocID="{2DAB7D6B-1D48-4693-981A-76162B0E4DA9}" presName="FiveNodes_3" presStyleLbl="node1" presStyleIdx="2" presStyleCnt="5">
        <dgm:presLayoutVars>
          <dgm:bulletEnabled val="1"/>
        </dgm:presLayoutVars>
      </dgm:prSet>
      <dgm:spPr/>
    </dgm:pt>
    <dgm:pt modelId="{789C5DB7-CD60-4551-8497-F7A6DAE61AA3}" type="pres">
      <dgm:prSet presAssocID="{2DAB7D6B-1D48-4693-981A-76162B0E4DA9}" presName="FiveNodes_4" presStyleLbl="node1" presStyleIdx="3" presStyleCnt="5">
        <dgm:presLayoutVars>
          <dgm:bulletEnabled val="1"/>
        </dgm:presLayoutVars>
      </dgm:prSet>
      <dgm:spPr/>
    </dgm:pt>
    <dgm:pt modelId="{76A9B2FB-33A5-4E5E-9176-B77B55C7F6E4}" type="pres">
      <dgm:prSet presAssocID="{2DAB7D6B-1D48-4693-981A-76162B0E4DA9}" presName="FiveNodes_5" presStyleLbl="node1" presStyleIdx="4" presStyleCnt="5">
        <dgm:presLayoutVars>
          <dgm:bulletEnabled val="1"/>
        </dgm:presLayoutVars>
      </dgm:prSet>
      <dgm:spPr/>
    </dgm:pt>
    <dgm:pt modelId="{7DA4A8E4-D207-4D40-9706-9EAAE569B11F}" type="pres">
      <dgm:prSet presAssocID="{2DAB7D6B-1D48-4693-981A-76162B0E4DA9}" presName="FiveConn_1-2" presStyleLbl="fgAccFollowNode1" presStyleIdx="0" presStyleCnt="4">
        <dgm:presLayoutVars>
          <dgm:bulletEnabled val="1"/>
        </dgm:presLayoutVars>
      </dgm:prSet>
      <dgm:spPr/>
    </dgm:pt>
    <dgm:pt modelId="{56DD625A-EE5B-444C-B571-4704791A9FD2}" type="pres">
      <dgm:prSet presAssocID="{2DAB7D6B-1D48-4693-981A-76162B0E4DA9}" presName="FiveConn_2-3" presStyleLbl="fgAccFollowNode1" presStyleIdx="1" presStyleCnt="4">
        <dgm:presLayoutVars>
          <dgm:bulletEnabled val="1"/>
        </dgm:presLayoutVars>
      </dgm:prSet>
      <dgm:spPr/>
    </dgm:pt>
    <dgm:pt modelId="{E6DF295F-25B5-4600-81B4-89609964798D}" type="pres">
      <dgm:prSet presAssocID="{2DAB7D6B-1D48-4693-981A-76162B0E4DA9}" presName="FiveConn_3-4" presStyleLbl="fgAccFollowNode1" presStyleIdx="2" presStyleCnt="4">
        <dgm:presLayoutVars>
          <dgm:bulletEnabled val="1"/>
        </dgm:presLayoutVars>
      </dgm:prSet>
      <dgm:spPr/>
    </dgm:pt>
    <dgm:pt modelId="{E624C9DD-3D41-42B0-B0D6-21A23FDAC0E2}" type="pres">
      <dgm:prSet presAssocID="{2DAB7D6B-1D48-4693-981A-76162B0E4DA9}" presName="FiveConn_4-5" presStyleLbl="fgAccFollowNode1" presStyleIdx="3" presStyleCnt="4">
        <dgm:presLayoutVars>
          <dgm:bulletEnabled val="1"/>
        </dgm:presLayoutVars>
      </dgm:prSet>
      <dgm:spPr/>
    </dgm:pt>
    <dgm:pt modelId="{6695A95D-E9B6-4638-81E6-2542A50312A1}" type="pres">
      <dgm:prSet presAssocID="{2DAB7D6B-1D48-4693-981A-76162B0E4DA9}" presName="FiveNodes_1_text" presStyleLbl="node1" presStyleIdx="4" presStyleCnt="5">
        <dgm:presLayoutVars>
          <dgm:bulletEnabled val="1"/>
        </dgm:presLayoutVars>
      </dgm:prSet>
      <dgm:spPr/>
    </dgm:pt>
    <dgm:pt modelId="{C42E9D48-DF23-4E0A-BF6D-181A17FD4EE2}" type="pres">
      <dgm:prSet presAssocID="{2DAB7D6B-1D48-4693-981A-76162B0E4DA9}" presName="FiveNodes_2_text" presStyleLbl="node1" presStyleIdx="4" presStyleCnt="5">
        <dgm:presLayoutVars>
          <dgm:bulletEnabled val="1"/>
        </dgm:presLayoutVars>
      </dgm:prSet>
      <dgm:spPr/>
    </dgm:pt>
    <dgm:pt modelId="{802500B3-BCBB-4C52-9293-AE6DA617813D}" type="pres">
      <dgm:prSet presAssocID="{2DAB7D6B-1D48-4693-981A-76162B0E4DA9}" presName="FiveNodes_3_text" presStyleLbl="node1" presStyleIdx="4" presStyleCnt="5">
        <dgm:presLayoutVars>
          <dgm:bulletEnabled val="1"/>
        </dgm:presLayoutVars>
      </dgm:prSet>
      <dgm:spPr/>
    </dgm:pt>
    <dgm:pt modelId="{7E1C5AAD-FCF3-4088-BDE4-03C46480E9FC}" type="pres">
      <dgm:prSet presAssocID="{2DAB7D6B-1D48-4693-981A-76162B0E4DA9}" presName="FiveNodes_4_text" presStyleLbl="node1" presStyleIdx="4" presStyleCnt="5">
        <dgm:presLayoutVars>
          <dgm:bulletEnabled val="1"/>
        </dgm:presLayoutVars>
      </dgm:prSet>
      <dgm:spPr/>
    </dgm:pt>
    <dgm:pt modelId="{E8C5369C-57CE-4AD6-A795-5B2D390536A7}" type="pres">
      <dgm:prSet presAssocID="{2DAB7D6B-1D48-4693-981A-76162B0E4DA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83498401-0A13-4BB3-96DE-BA4692C72525}" type="presOf" srcId="{4DB06180-D88F-4312-93AE-2DA335510607}" destId="{7DA4A8E4-D207-4D40-9706-9EAAE569B11F}" srcOrd="0" destOrd="0" presId="urn:microsoft.com/office/officeart/2005/8/layout/vProcess5"/>
    <dgm:cxn modelId="{A9A0881A-26BF-493F-9BBE-BBDCD147ABDA}" srcId="{2DAB7D6B-1D48-4693-981A-76162B0E4DA9}" destId="{8998EAEB-AC9A-458E-94B9-A58D3EBC39ED}" srcOrd="2" destOrd="0" parTransId="{25EFF33A-4E13-42F2-A059-1303D492F2EF}" sibTransId="{1F219FBD-8CAA-4C1C-96B6-B9363D4517C7}"/>
    <dgm:cxn modelId="{57388F2D-E172-41FB-B9E5-4C2F735DFE53}" type="presOf" srcId="{2DB1C8E9-64A6-4C4F-9080-A10956C67AEE}" destId="{7E1C5AAD-FCF3-4088-BDE4-03C46480E9FC}" srcOrd="1" destOrd="0" presId="urn:microsoft.com/office/officeart/2005/8/layout/vProcess5"/>
    <dgm:cxn modelId="{A381713B-0645-4546-8A2E-72D8082F551E}" srcId="{2DAB7D6B-1D48-4693-981A-76162B0E4DA9}" destId="{C9EDD629-DFB6-456F-A166-39515AD70D96}" srcOrd="1" destOrd="0" parTransId="{D00D014D-D754-4EE7-AFA7-9EFD643F710D}" sibTransId="{C2917F0A-93A4-43A0-88F5-A1DEF945E2A4}"/>
    <dgm:cxn modelId="{D43C8F3E-2DDB-478F-AAD8-D2C6C873A4FE}" type="presOf" srcId="{2DB1C8E9-64A6-4C4F-9080-A10956C67AEE}" destId="{789C5DB7-CD60-4551-8497-F7A6DAE61AA3}" srcOrd="0" destOrd="0" presId="urn:microsoft.com/office/officeart/2005/8/layout/vProcess5"/>
    <dgm:cxn modelId="{9D898A3F-F1BD-483F-89A6-70DF173CD6ED}" type="presOf" srcId="{DC74AEF2-61A8-4BD5-AC88-7E050359208C}" destId="{76A9B2FB-33A5-4E5E-9176-B77B55C7F6E4}" srcOrd="0" destOrd="0" presId="urn:microsoft.com/office/officeart/2005/8/layout/vProcess5"/>
    <dgm:cxn modelId="{AA8E7967-5A8B-4E25-BFB0-51CB96EC03F2}" srcId="{2DAB7D6B-1D48-4693-981A-76162B0E4DA9}" destId="{D4050B62-09CC-437C-B09A-434B1C39E6A7}" srcOrd="0" destOrd="0" parTransId="{A81847A4-9E48-473C-86DC-F344983F1882}" sibTransId="{4DB06180-D88F-4312-93AE-2DA335510607}"/>
    <dgm:cxn modelId="{D25EF670-1D19-4ED4-8297-783C2ED7A0EC}" type="presOf" srcId="{D4050B62-09CC-437C-B09A-434B1C39E6A7}" destId="{CBD392D5-E0ED-44A7-88E1-70334778D37A}" srcOrd="0" destOrd="0" presId="urn:microsoft.com/office/officeart/2005/8/layout/vProcess5"/>
    <dgm:cxn modelId="{02CD8F52-101B-4528-811A-1DFD5FCF8DAF}" type="presOf" srcId="{C2917F0A-93A4-43A0-88F5-A1DEF945E2A4}" destId="{56DD625A-EE5B-444C-B571-4704791A9FD2}" srcOrd="0" destOrd="0" presId="urn:microsoft.com/office/officeart/2005/8/layout/vProcess5"/>
    <dgm:cxn modelId="{29E1D356-0EE8-4ED5-A8E4-4429D9EB99D5}" type="presOf" srcId="{C9EDD629-DFB6-456F-A166-39515AD70D96}" destId="{C42E9D48-DF23-4E0A-BF6D-181A17FD4EE2}" srcOrd="1" destOrd="0" presId="urn:microsoft.com/office/officeart/2005/8/layout/vProcess5"/>
    <dgm:cxn modelId="{0C183058-AF10-4165-A4A1-DEEB6197367A}" srcId="{2DAB7D6B-1D48-4693-981A-76162B0E4DA9}" destId="{DC74AEF2-61A8-4BD5-AC88-7E050359208C}" srcOrd="4" destOrd="0" parTransId="{5E87F50F-AB7F-45CE-BAEF-C9D0145EAB65}" sibTransId="{9E5408BA-07B9-40C8-B2EE-1B260A54ECE6}"/>
    <dgm:cxn modelId="{2D8BD88A-F84A-4F58-A05A-244000615479}" type="presOf" srcId="{DC74AEF2-61A8-4BD5-AC88-7E050359208C}" destId="{E8C5369C-57CE-4AD6-A795-5B2D390536A7}" srcOrd="1" destOrd="0" presId="urn:microsoft.com/office/officeart/2005/8/layout/vProcess5"/>
    <dgm:cxn modelId="{88AAD894-8BAE-4200-A137-0455627A6D61}" type="presOf" srcId="{8998EAEB-AC9A-458E-94B9-A58D3EBC39ED}" destId="{802500B3-BCBB-4C52-9293-AE6DA617813D}" srcOrd="1" destOrd="0" presId="urn:microsoft.com/office/officeart/2005/8/layout/vProcess5"/>
    <dgm:cxn modelId="{72761097-C110-433A-A051-FFB56D36A345}" type="presOf" srcId="{C9EDD629-DFB6-456F-A166-39515AD70D96}" destId="{5E23B427-2249-4CF8-BDAA-7873FC91E890}" srcOrd="0" destOrd="0" presId="urn:microsoft.com/office/officeart/2005/8/layout/vProcess5"/>
    <dgm:cxn modelId="{14084AA4-044B-490D-8D35-336A035BB756}" srcId="{2DAB7D6B-1D48-4693-981A-76162B0E4DA9}" destId="{2DB1C8E9-64A6-4C4F-9080-A10956C67AEE}" srcOrd="3" destOrd="0" parTransId="{CBAACA8A-B6AB-4A60-A473-8E16C3F26D54}" sibTransId="{4A29E0AF-942D-4BB0-9EE0-E8DB90A1D899}"/>
    <dgm:cxn modelId="{B676CAAA-0E92-4AE1-95F8-52C9D322B905}" type="presOf" srcId="{2DAB7D6B-1D48-4693-981A-76162B0E4DA9}" destId="{0AD65D2B-D613-46B7-ADEF-AF57EC8B6A81}" srcOrd="0" destOrd="0" presId="urn:microsoft.com/office/officeart/2005/8/layout/vProcess5"/>
    <dgm:cxn modelId="{647328B2-15B6-4624-A176-682E37753721}" type="presOf" srcId="{4A29E0AF-942D-4BB0-9EE0-E8DB90A1D899}" destId="{E624C9DD-3D41-42B0-B0D6-21A23FDAC0E2}" srcOrd="0" destOrd="0" presId="urn:microsoft.com/office/officeart/2005/8/layout/vProcess5"/>
    <dgm:cxn modelId="{EDCCC0BE-AAD4-452A-A89F-4146C410ADFA}" type="presOf" srcId="{D4050B62-09CC-437C-B09A-434B1C39E6A7}" destId="{6695A95D-E9B6-4638-81E6-2542A50312A1}" srcOrd="1" destOrd="0" presId="urn:microsoft.com/office/officeart/2005/8/layout/vProcess5"/>
    <dgm:cxn modelId="{CA19C6DD-4F5A-4E71-9C22-AC0459528C2F}" type="presOf" srcId="{1F219FBD-8CAA-4C1C-96B6-B9363D4517C7}" destId="{E6DF295F-25B5-4600-81B4-89609964798D}" srcOrd="0" destOrd="0" presId="urn:microsoft.com/office/officeart/2005/8/layout/vProcess5"/>
    <dgm:cxn modelId="{CF2843E7-7B5C-4A56-B35E-DD76A1B00E50}" type="presOf" srcId="{8998EAEB-AC9A-458E-94B9-A58D3EBC39ED}" destId="{BB1DD28D-E77B-4B3B-B012-BF45F01A82A7}" srcOrd="0" destOrd="0" presId="urn:microsoft.com/office/officeart/2005/8/layout/vProcess5"/>
    <dgm:cxn modelId="{0FFEF6FB-2FAB-4376-8DF8-CB2C5D3320B7}" type="presParOf" srcId="{0AD65D2B-D613-46B7-ADEF-AF57EC8B6A81}" destId="{D78D3FE2-D6CE-4991-8469-0434C5FA69D6}" srcOrd="0" destOrd="0" presId="urn:microsoft.com/office/officeart/2005/8/layout/vProcess5"/>
    <dgm:cxn modelId="{4DBC3235-C30E-4408-BFEB-1B3EEE6B90C3}" type="presParOf" srcId="{0AD65D2B-D613-46B7-ADEF-AF57EC8B6A81}" destId="{CBD392D5-E0ED-44A7-88E1-70334778D37A}" srcOrd="1" destOrd="0" presId="urn:microsoft.com/office/officeart/2005/8/layout/vProcess5"/>
    <dgm:cxn modelId="{4382C638-2561-409B-A6DD-27BAE417E099}" type="presParOf" srcId="{0AD65D2B-D613-46B7-ADEF-AF57EC8B6A81}" destId="{5E23B427-2249-4CF8-BDAA-7873FC91E890}" srcOrd="2" destOrd="0" presId="urn:microsoft.com/office/officeart/2005/8/layout/vProcess5"/>
    <dgm:cxn modelId="{B35F0016-4D65-4FBD-BD42-C4C4F8F6F9A7}" type="presParOf" srcId="{0AD65D2B-D613-46B7-ADEF-AF57EC8B6A81}" destId="{BB1DD28D-E77B-4B3B-B012-BF45F01A82A7}" srcOrd="3" destOrd="0" presId="urn:microsoft.com/office/officeart/2005/8/layout/vProcess5"/>
    <dgm:cxn modelId="{2F96114C-D18C-423E-950F-3431EA62F28A}" type="presParOf" srcId="{0AD65D2B-D613-46B7-ADEF-AF57EC8B6A81}" destId="{789C5DB7-CD60-4551-8497-F7A6DAE61AA3}" srcOrd="4" destOrd="0" presId="urn:microsoft.com/office/officeart/2005/8/layout/vProcess5"/>
    <dgm:cxn modelId="{0542F404-64DC-495E-946B-EA3FF9CAE6DA}" type="presParOf" srcId="{0AD65D2B-D613-46B7-ADEF-AF57EC8B6A81}" destId="{76A9B2FB-33A5-4E5E-9176-B77B55C7F6E4}" srcOrd="5" destOrd="0" presId="urn:microsoft.com/office/officeart/2005/8/layout/vProcess5"/>
    <dgm:cxn modelId="{AB48A629-F657-48B0-B06F-B98B300F662E}" type="presParOf" srcId="{0AD65D2B-D613-46B7-ADEF-AF57EC8B6A81}" destId="{7DA4A8E4-D207-4D40-9706-9EAAE569B11F}" srcOrd="6" destOrd="0" presId="urn:microsoft.com/office/officeart/2005/8/layout/vProcess5"/>
    <dgm:cxn modelId="{962D7C4A-9781-462A-A27E-8CA19C67DE94}" type="presParOf" srcId="{0AD65D2B-D613-46B7-ADEF-AF57EC8B6A81}" destId="{56DD625A-EE5B-444C-B571-4704791A9FD2}" srcOrd="7" destOrd="0" presId="urn:microsoft.com/office/officeart/2005/8/layout/vProcess5"/>
    <dgm:cxn modelId="{F28A92FE-C8CC-438E-BF63-97B0FBC351D4}" type="presParOf" srcId="{0AD65D2B-D613-46B7-ADEF-AF57EC8B6A81}" destId="{E6DF295F-25B5-4600-81B4-89609964798D}" srcOrd="8" destOrd="0" presId="urn:microsoft.com/office/officeart/2005/8/layout/vProcess5"/>
    <dgm:cxn modelId="{99120116-0658-45D9-9FD5-4A071D94B6A1}" type="presParOf" srcId="{0AD65D2B-D613-46B7-ADEF-AF57EC8B6A81}" destId="{E624C9DD-3D41-42B0-B0D6-21A23FDAC0E2}" srcOrd="9" destOrd="0" presId="urn:microsoft.com/office/officeart/2005/8/layout/vProcess5"/>
    <dgm:cxn modelId="{29586DA7-D9D9-4D67-A12B-3B281BAE321E}" type="presParOf" srcId="{0AD65D2B-D613-46B7-ADEF-AF57EC8B6A81}" destId="{6695A95D-E9B6-4638-81E6-2542A50312A1}" srcOrd="10" destOrd="0" presId="urn:microsoft.com/office/officeart/2005/8/layout/vProcess5"/>
    <dgm:cxn modelId="{2FDAD617-D5A5-4C8D-BB4E-2C36FAAFC4EE}" type="presParOf" srcId="{0AD65D2B-D613-46B7-ADEF-AF57EC8B6A81}" destId="{C42E9D48-DF23-4E0A-BF6D-181A17FD4EE2}" srcOrd="11" destOrd="0" presId="urn:microsoft.com/office/officeart/2005/8/layout/vProcess5"/>
    <dgm:cxn modelId="{9AA82A1A-44B7-4E31-8F63-72CE27F8E53E}" type="presParOf" srcId="{0AD65D2B-D613-46B7-ADEF-AF57EC8B6A81}" destId="{802500B3-BCBB-4C52-9293-AE6DA617813D}" srcOrd="12" destOrd="0" presId="urn:microsoft.com/office/officeart/2005/8/layout/vProcess5"/>
    <dgm:cxn modelId="{C6BA26DD-BFCE-4270-B3D2-9FE47254A7BE}" type="presParOf" srcId="{0AD65D2B-D613-46B7-ADEF-AF57EC8B6A81}" destId="{7E1C5AAD-FCF3-4088-BDE4-03C46480E9FC}" srcOrd="13" destOrd="0" presId="urn:microsoft.com/office/officeart/2005/8/layout/vProcess5"/>
    <dgm:cxn modelId="{BE19A74A-424E-4144-86A2-7236F1012E38}" type="presParOf" srcId="{0AD65D2B-D613-46B7-ADEF-AF57EC8B6A81}" destId="{E8C5369C-57CE-4AD6-A795-5B2D390536A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181AB7-9A84-44F1-AF4E-20A1ECA79B11}">
      <dsp:nvSpPr>
        <dsp:cNvPr id="0" name=""/>
        <dsp:cNvSpPr/>
      </dsp:nvSpPr>
      <dsp:spPr>
        <a:xfrm>
          <a:off x="2260013" y="1331077"/>
          <a:ext cx="489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9131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+mn-lt"/>
            <a:cs typeface="Times New Roman" panose="02020603050405020304" pitchFamily="18" charset="0"/>
          </a:endParaRPr>
        </a:p>
      </dsp:txBody>
      <dsp:txXfrm>
        <a:off x="2491586" y="1374199"/>
        <a:ext cx="25986" cy="5197"/>
      </dsp:txXfrm>
    </dsp:sp>
    <dsp:sp modelId="{0A6634BA-6F47-4295-819C-96AF8D9ED8E1}">
      <dsp:nvSpPr>
        <dsp:cNvPr id="0" name=""/>
        <dsp:cNvSpPr/>
      </dsp:nvSpPr>
      <dsp:spPr>
        <a:xfrm>
          <a:off x="2109" y="698886"/>
          <a:ext cx="2259704" cy="135582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727" tIns="116228" rIns="110727" bIns="11622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+mn-lt"/>
              <a:cs typeface="Times New Roman" panose="02020603050405020304" pitchFamily="18" charset="0"/>
            </a:rPr>
            <a:t>IMDb Dataset/ IMDb Web Pages</a:t>
          </a:r>
        </a:p>
      </dsp:txBody>
      <dsp:txXfrm>
        <a:off x="2109" y="698886"/>
        <a:ext cx="2259704" cy="1355822"/>
      </dsp:txXfrm>
    </dsp:sp>
    <dsp:sp modelId="{1F35B8F3-A74F-4E79-9327-7D2514657ED0}">
      <dsp:nvSpPr>
        <dsp:cNvPr id="0" name=""/>
        <dsp:cNvSpPr/>
      </dsp:nvSpPr>
      <dsp:spPr>
        <a:xfrm>
          <a:off x="5039450" y="1331077"/>
          <a:ext cx="489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9131" y="45720"/>
              </a:lnTo>
            </a:path>
          </a:pathLst>
        </a:custGeom>
        <a:noFill/>
        <a:ln w="12700" cap="flat" cmpd="sng" algn="ctr">
          <a:solidFill>
            <a:schemeClr val="accent5">
              <a:hueOff val="-3071576"/>
              <a:satOff val="3438"/>
              <a:lumOff val="19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+mn-lt"/>
            <a:cs typeface="Times New Roman" panose="02020603050405020304" pitchFamily="18" charset="0"/>
          </a:endParaRPr>
        </a:p>
      </dsp:txBody>
      <dsp:txXfrm>
        <a:off x="5271022" y="1374199"/>
        <a:ext cx="25986" cy="5197"/>
      </dsp:txXfrm>
    </dsp:sp>
    <dsp:sp modelId="{71F2E6B3-D7CB-480D-9E80-42097E7C92F3}">
      <dsp:nvSpPr>
        <dsp:cNvPr id="0" name=""/>
        <dsp:cNvSpPr/>
      </dsp:nvSpPr>
      <dsp:spPr>
        <a:xfrm>
          <a:off x="2781545" y="698886"/>
          <a:ext cx="2259704" cy="1355822"/>
        </a:xfrm>
        <a:prstGeom prst="rect">
          <a:avLst/>
        </a:prstGeom>
        <a:gradFill rotWithShape="0">
          <a:gsLst>
            <a:gs pos="0">
              <a:schemeClr val="accent5">
                <a:hueOff val="-2632780"/>
                <a:satOff val="2946"/>
                <a:lumOff val="168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5">
                <a:hueOff val="-2632780"/>
                <a:satOff val="2946"/>
                <a:lumOff val="168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5">
                <a:hueOff val="-2632780"/>
                <a:satOff val="2946"/>
                <a:lumOff val="168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727" tIns="116228" rIns="110727" bIns="11622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+mn-lt"/>
              <a:cs typeface="Times New Roman" panose="02020603050405020304" pitchFamily="18" charset="0"/>
            </a:rPr>
            <a:t>Chunking Documents</a:t>
          </a:r>
        </a:p>
      </dsp:txBody>
      <dsp:txXfrm>
        <a:off x="2781545" y="698886"/>
        <a:ext cx="2259704" cy="1355822"/>
      </dsp:txXfrm>
    </dsp:sp>
    <dsp:sp modelId="{B074FC6F-A84A-47C6-AED0-F079011A3E84}">
      <dsp:nvSpPr>
        <dsp:cNvPr id="0" name=""/>
        <dsp:cNvSpPr/>
      </dsp:nvSpPr>
      <dsp:spPr>
        <a:xfrm>
          <a:off x="7818886" y="1331077"/>
          <a:ext cx="489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9131" y="45720"/>
              </a:lnTo>
            </a:path>
          </a:pathLst>
        </a:custGeom>
        <a:noFill/>
        <a:ln w="12700" cap="flat" cmpd="sng" algn="ctr">
          <a:solidFill>
            <a:schemeClr val="accent5">
              <a:hueOff val="-6143153"/>
              <a:satOff val="6875"/>
              <a:lumOff val="39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+mn-lt"/>
            <a:cs typeface="Times New Roman" panose="02020603050405020304" pitchFamily="18" charset="0"/>
          </a:endParaRPr>
        </a:p>
      </dsp:txBody>
      <dsp:txXfrm>
        <a:off x="8050458" y="1374199"/>
        <a:ext cx="25986" cy="5197"/>
      </dsp:txXfrm>
    </dsp:sp>
    <dsp:sp modelId="{C8E9C5A0-52D5-43BA-873B-185712EE2B81}">
      <dsp:nvSpPr>
        <dsp:cNvPr id="0" name=""/>
        <dsp:cNvSpPr/>
      </dsp:nvSpPr>
      <dsp:spPr>
        <a:xfrm>
          <a:off x="5560981" y="698886"/>
          <a:ext cx="2259704" cy="1355822"/>
        </a:xfrm>
        <a:prstGeom prst="rect">
          <a:avLst/>
        </a:prstGeom>
        <a:gradFill rotWithShape="0">
          <a:gsLst>
            <a:gs pos="0">
              <a:schemeClr val="accent5">
                <a:hueOff val="-5265559"/>
                <a:satOff val="5893"/>
                <a:lumOff val="336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5">
                <a:hueOff val="-5265559"/>
                <a:satOff val="5893"/>
                <a:lumOff val="336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5">
                <a:hueOff val="-5265559"/>
                <a:satOff val="5893"/>
                <a:lumOff val="336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727" tIns="116228" rIns="110727" bIns="11622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+mn-lt"/>
              <a:cs typeface="Times New Roman" panose="02020603050405020304" pitchFamily="18" charset="0"/>
            </a:rPr>
            <a:t>Generate Sentence Embeddings</a:t>
          </a:r>
        </a:p>
      </dsp:txBody>
      <dsp:txXfrm>
        <a:off x="5560981" y="698886"/>
        <a:ext cx="2259704" cy="1355822"/>
      </dsp:txXfrm>
    </dsp:sp>
    <dsp:sp modelId="{EEEF04B8-9BF5-4D57-8CBB-000E5168C4EA}">
      <dsp:nvSpPr>
        <dsp:cNvPr id="0" name=""/>
        <dsp:cNvSpPr/>
      </dsp:nvSpPr>
      <dsp:spPr>
        <a:xfrm>
          <a:off x="1131961" y="2052909"/>
          <a:ext cx="8338308" cy="489131"/>
        </a:xfrm>
        <a:custGeom>
          <a:avLst/>
          <a:gdLst/>
          <a:ahLst/>
          <a:cxnLst/>
          <a:rect l="0" t="0" r="0" b="0"/>
          <a:pathLst>
            <a:path>
              <a:moveTo>
                <a:pt x="8338308" y="0"/>
              </a:moveTo>
              <a:lnTo>
                <a:pt x="8338308" y="261665"/>
              </a:lnTo>
              <a:lnTo>
                <a:pt x="0" y="261665"/>
              </a:lnTo>
              <a:lnTo>
                <a:pt x="0" y="489131"/>
              </a:lnTo>
            </a:path>
          </a:pathLst>
        </a:custGeom>
        <a:noFill/>
        <a:ln w="12700" cap="flat" cmpd="sng" algn="ctr">
          <a:solidFill>
            <a:schemeClr val="accent5">
              <a:hueOff val="-9214729"/>
              <a:satOff val="10313"/>
              <a:lumOff val="58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+mn-lt"/>
            <a:cs typeface="Times New Roman" panose="02020603050405020304" pitchFamily="18" charset="0"/>
          </a:endParaRPr>
        </a:p>
      </dsp:txBody>
      <dsp:txXfrm>
        <a:off x="5092253" y="2294876"/>
        <a:ext cx="417724" cy="5197"/>
      </dsp:txXfrm>
    </dsp:sp>
    <dsp:sp modelId="{E1C46A6B-17B9-4ED3-8B24-53B73B6F1284}">
      <dsp:nvSpPr>
        <dsp:cNvPr id="0" name=""/>
        <dsp:cNvSpPr/>
      </dsp:nvSpPr>
      <dsp:spPr>
        <a:xfrm>
          <a:off x="8340418" y="698886"/>
          <a:ext cx="2259704" cy="1355822"/>
        </a:xfrm>
        <a:prstGeom prst="rect">
          <a:avLst/>
        </a:prstGeom>
        <a:gradFill rotWithShape="0">
          <a:gsLst>
            <a:gs pos="0">
              <a:schemeClr val="accent5">
                <a:hueOff val="-7898339"/>
                <a:satOff val="8839"/>
                <a:lumOff val="504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5">
                <a:hueOff val="-7898339"/>
                <a:satOff val="8839"/>
                <a:lumOff val="504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5">
                <a:hueOff val="-7898339"/>
                <a:satOff val="8839"/>
                <a:lumOff val="504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727" tIns="116228" rIns="110727" bIns="11622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+mn-lt"/>
              <a:cs typeface="Times New Roman" panose="02020603050405020304" pitchFamily="18" charset="0"/>
            </a:rPr>
            <a:t>Chroma Database</a:t>
          </a:r>
        </a:p>
      </dsp:txBody>
      <dsp:txXfrm>
        <a:off x="8340418" y="698886"/>
        <a:ext cx="2259704" cy="1355822"/>
      </dsp:txXfrm>
    </dsp:sp>
    <dsp:sp modelId="{269C6D84-34A2-44B8-BD57-91B792BD8622}">
      <dsp:nvSpPr>
        <dsp:cNvPr id="0" name=""/>
        <dsp:cNvSpPr/>
      </dsp:nvSpPr>
      <dsp:spPr>
        <a:xfrm>
          <a:off x="2260013" y="3206632"/>
          <a:ext cx="489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9131" y="45720"/>
              </a:lnTo>
            </a:path>
          </a:pathLst>
        </a:custGeom>
        <a:noFill/>
        <a:ln w="12700" cap="flat" cmpd="sng" algn="ctr">
          <a:solidFill>
            <a:schemeClr val="accent5">
              <a:hueOff val="-12286306"/>
              <a:satOff val="13750"/>
              <a:lumOff val="78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+mn-lt"/>
            <a:cs typeface="Times New Roman" panose="02020603050405020304" pitchFamily="18" charset="0"/>
          </a:endParaRPr>
        </a:p>
      </dsp:txBody>
      <dsp:txXfrm>
        <a:off x="2491586" y="3249753"/>
        <a:ext cx="25986" cy="5197"/>
      </dsp:txXfrm>
    </dsp:sp>
    <dsp:sp modelId="{AC6C65C6-719C-4597-A081-7E2BB179625D}">
      <dsp:nvSpPr>
        <dsp:cNvPr id="0" name=""/>
        <dsp:cNvSpPr/>
      </dsp:nvSpPr>
      <dsp:spPr>
        <a:xfrm>
          <a:off x="2109" y="2574440"/>
          <a:ext cx="2259704" cy="1355822"/>
        </a:xfrm>
        <a:prstGeom prst="rect">
          <a:avLst/>
        </a:prstGeom>
        <a:gradFill rotWithShape="0">
          <a:gsLst>
            <a:gs pos="0">
              <a:schemeClr val="accent5">
                <a:hueOff val="-10531119"/>
                <a:satOff val="11786"/>
                <a:lumOff val="673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5">
                <a:hueOff val="-10531119"/>
                <a:satOff val="11786"/>
                <a:lumOff val="673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5">
                <a:hueOff val="-10531119"/>
                <a:satOff val="11786"/>
                <a:lumOff val="673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727" tIns="116228" rIns="110727" bIns="11622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+mn-lt"/>
              <a:cs typeface="Times New Roman" panose="02020603050405020304" pitchFamily="18" charset="0"/>
            </a:rPr>
            <a:t>BM25 Index</a:t>
          </a:r>
        </a:p>
      </dsp:txBody>
      <dsp:txXfrm>
        <a:off x="2109" y="2574440"/>
        <a:ext cx="2259704" cy="1355822"/>
      </dsp:txXfrm>
    </dsp:sp>
    <dsp:sp modelId="{7A5CB7A3-61F2-4135-843F-F9945FA98AD4}">
      <dsp:nvSpPr>
        <dsp:cNvPr id="0" name=""/>
        <dsp:cNvSpPr/>
      </dsp:nvSpPr>
      <dsp:spPr>
        <a:xfrm>
          <a:off x="5039450" y="3206632"/>
          <a:ext cx="489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9131" y="45720"/>
              </a:lnTo>
            </a:path>
          </a:pathLst>
        </a:custGeom>
        <a:noFill/>
        <a:ln w="12700" cap="flat" cmpd="sng" algn="ctr">
          <a:solidFill>
            <a:schemeClr val="accent5">
              <a:hueOff val="-15357881"/>
              <a:satOff val="17188"/>
              <a:lumOff val="98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+mn-lt"/>
            <a:cs typeface="Times New Roman" panose="02020603050405020304" pitchFamily="18" charset="0"/>
          </a:endParaRPr>
        </a:p>
      </dsp:txBody>
      <dsp:txXfrm>
        <a:off x="5271022" y="3249753"/>
        <a:ext cx="25986" cy="5197"/>
      </dsp:txXfrm>
    </dsp:sp>
    <dsp:sp modelId="{4FFDC724-7059-4619-86E9-15422B6B01DF}">
      <dsp:nvSpPr>
        <dsp:cNvPr id="0" name=""/>
        <dsp:cNvSpPr/>
      </dsp:nvSpPr>
      <dsp:spPr>
        <a:xfrm>
          <a:off x="2781545" y="2574440"/>
          <a:ext cx="2259704" cy="1355822"/>
        </a:xfrm>
        <a:prstGeom prst="rect">
          <a:avLst/>
        </a:prstGeom>
        <a:gradFill rotWithShape="0">
          <a:gsLst>
            <a:gs pos="0">
              <a:schemeClr val="accent5">
                <a:hueOff val="-13163898"/>
                <a:satOff val="14732"/>
                <a:lumOff val="841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5">
                <a:hueOff val="-13163898"/>
                <a:satOff val="14732"/>
                <a:lumOff val="841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5">
                <a:hueOff val="-13163898"/>
                <a:satOff val="14732"/>
                <a:lumOff val="841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727" tIns="116228" rIns="110727" bIns="11622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+mn-lt"/>
              <a:cs typeface="Times New Roman" panose="02020603050405020304" pitchFamily="18" charset="0"/>
            </a:rPr>
            <a:t>Prompt Construction</a:t>
          </a:r>
        </a:p>
      </dsp:txBody>
      <dsp:txXfrm>
        <a:off x="2781545" y="2574440"/>
        <a:ext cx="2259704" cy="1355822"/>
      </dsp:txXfrm>
    </dsp:sp>
    <dsp:sp modelId="{15F4D6B9-B393-4718-BA22-DD3FB0B7EA22}">
      <dsp:nvSpPr>
        <dsp:cNvPr id="0" name=""/>
        <dsp:cNvSpPr/>
      </dsp:nvSpPr>
      <dsp:spPr>
        <a:xfrm>
          <a:off x="7818886" y="3206632"/>
          <a:ext cx="489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9131" y="45720"/>
              </a:lnTo>
            </a:path>
          </a:pathLst>
        </a:custGeom>
        <a:noFill/>
        <a:ln w="12700" cap="flat" cmpd="sng" algn="ctr">
          <a:solidFill>
            <a:schemeClr val="accent5">
              <a:hueOff val="-18429457"/>
              <a:satOff val="20625"/>
              <a:lumOff val="117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+mn-lt"/>
            <a:cs typeface="Times New Roman" panose="02020603050405020304" pitchFamily="18" charset="0"/>
          </a:endParaRPr>
        </a:p>
      </dsp:txBody>
      <dsp:txXfrm>
        <a:off x="8050458" y="3249753"/>
        <a:ext cx="25986" cy="5197"/>
      </dsp:txXfrm>
    </dsp:sp>
    <dsp:sp modelId="{9548CA0E-5F67-4034-8B26-C10C3498FF18}">
      <dsp:nvSpPr>
        <dsp:cNvPr id="0" name=""/>
        <dsp:cNvSpPr/>
      </dsp:nvSpPr>
      <dsp:spPr>
        <a:xfrm>
          <a:off x="5560981" y="2574440"/>
          <a:ext cx="2259704" cy="1355822"/>
        </a:xfrm>
        <a:prstGeom prst="rect">
          <a:avLst/>
        </a:prstGeom>
        <a:gradFill rotWithShape="0">
          <a:gsLst>
            <a:gs pos="0">
              <a:schemeClr val="accent5">
                <a:hueOff val="-15796677"/>
                <a:satOff val="17679"/>
                <a:lumOff val="1009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5">
                <a:hueOff val="-15796677"/>
                <a:satOff val="17679"/>
                <a:lumOff val="1009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5">
                <a:hueOff val="-15796677"/>
                <a:satOff val="17679"/>
                <a:lumOff val="1009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727" tIns="116228" rIns="110727" bIns="11622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+mn-lt"/>
              <a:cs typeface="Times New Roman" panose="02020603050405020304" pitchFamily="18" charset="0"/>
            </a:rPr>
            <a:t>Open AI GPT</a:t>
          </a:r>
        </a:p>
      </dsp:txBody>
      <dsp:txXfrm>
        <a:off x="5560981" y="2574440"/>
        <a:ext cx="2259704" cy="1355822"/>
      </dsp:txXfrm>
    </dsp:sp>
    <dsp:sp modelId="{FFC7A7C6-231F-4F82-B6D1-3DD285A07F64}">
      <dsp:nvSpPr>
        <dsp:cNvPr id="0" name=""/>
        <dsp:cNvSpPr/>
      </dsp:nvSpPr>
      <dsp:spPr>
        <a:xfrm>
          <a:off x="8340418" y="2574440"/>
          <a:ext cx="2259704" cy="1355822"/>
        </a:xfrm>
        <a:prstGeom prst="rect">
          <a:avLst/>
        </a:prstGeom>
        <a:gradFill rotWithShape="0">
          <a:gsLst>
            <a:gs pos="0">
              <a:schemeClr val="accent5">
                <a:hueOff val="-18429457"/>
                <a:satOff val="20625"/>
                <a:lumOff val="1177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5">
                <a:hueOff val="-18429457"/>
                <a:satOff val="20625"/>
                <a:lumOff val="1177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5">
                <a:hueOff val="-18429457"/>
                <a:satOff val="20625"/>
                <a:lumOff val="1177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727" tIns="116228" rIns="110727" bIns="11622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+mn-lt"/>
              <a:cs typeface="Times New Roman" panose="02020603050405020304" pitchFamily="18" charset="0"/>
            </a:rPr>
            <a:t>Citation Based Response</a:t>
          </a:r>
        </a:p>
      </dsp:txBody>
      <dsp:txXfrm>
        <a:off x="8340418" y="2574440"/>
        <a:ext cx="2259704" cy="13558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3751A-6108-4827-9473-CB9ED31D2896}">
      <dsp:nvSpPr>
        <dsp:cNvPr id="0" name=""/>
        <dsp:cNvSpPr/>
      </dsp:nvSpPr>
      <dsp:spPr>
        <a:xfrm>
          <a:off x="0" y="573705"/>
          <a:ext cx="2911971" cy="1849101"/>
        </a:xfrm>
        <a:prstGeom prst="roundRect">
          <a:avLst>
            <a:gd name="adj" fmla="val 10000"/>
          </a:avLst>
        </a:prstGeom>
        <a:solidFill>
          <a:schemeClr val="bg2">
            <a:lumMod val="40000"/>
            <a:lumOff val="60000"/>
          </a:schemeClr>
        </a:soli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1ECF8C-25B9-4976-BF13-6F893978DACD}">
      <dsp:nvSpPr>
        <dsp:cNvPr id="0" name=""/>
        <dsp:cNvSpPr/>
      </dsp:nvSpPr>
      <dsp:spPr>
        <a:xfrm>
          <a:off x="323552" y="881080"/>
          <a:ext cx="2911971" cy="18491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Embedding Quality</a:t>
          </a:r>
        </a:p>
      </dsp:txBody>
      <dsp:txXfrm>
        <a:off x="377710" y="935238"/>
        <a:ext cx="2803655" cy="1740785"/>
      </dsp:txXfrm>
    </dsp:sp>
    <dsp:sp modelId="{73F6CAAE-BF03-46F0-9B45-0326CBC29348}">
      <dsp:nvSpPr>
        <dsp:cNvPr id="0" name=""/>
        <dsp:cNvSpPr/>
      </dsp:nvSpPr>
      <dsp:spPr>
        <a:xfrm>
          <a:off x="3559570" y="573705"/>
          <a:ext cx="2911971" cy="1849101"/>
        </a:xfrm>
        <a:prstGeom prst="roundRect">
          <a:avLst>
            <a:gd name="adj" fmla="val 10000"/>
          </a:avLst>
        </a:prstGeom>
        <a:solidFill>
          <a:schemeClr val="bg2">
            <a:lumMod val="40000"/>
            <a:lumOff val="60000"/>
          </a:schemeClr>
        </a:soli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559581-068B-4A7A-958E-6B26829D43A8}">
      <dsp:nvSpPr>
        <dsp:cNvPr id="0" name=""/>
        <dsp:cNvSpPr/>
      </dsp:nvSpPr>
      <dsp:spPr>
        <a:xfrm>
          <a:off x="3883123" y="881080"/>
          <a:ext cx="2911971" cy="18491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API Limitations</a:t>
          </a:r>
        </a:p>
      </dsp:txBody>
      <dsp:txXfrm>
        <a:off x="3937281" y="935238"/>
        <a:ext cx="2803655" cy="1740785"/>
      </dsp:txXfrm>
    </dsp:sp>
    <dsp:sp modelId="{3573E094-E031-4291-AE6E-E75B6AE4F760}">
      <dsp:nvSpPr>
        <dsp:cNvPr id="0" name=""/>
        <dsp:cNvSpPr/>
      </dsp:nvSpPr>
      <dsp:spPr>
        <a:xfrm>
          <a:off x="7118151" y="573705"/>
          <a:ext cx="2911971" cy="1849101"/>
        </a:xfrm>
        <a:prstGeom prst="roundRect">
          <a:avLst>
            <a:gd name="adj" fmla="val 10000"/>
          </a:avLst>
        </a:prstGeom>
        <a:solidFill>
          <a:schemeClr val="bg2">
            <a:lumMod val="40000"/>
            <a:lumOff val="60000"/>
          </a:schemeClr>
        </a:soli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E0B123-C0F6-45C1-ABA9-3D3D97FBD1E2}">
      <dsp:nvSpPr>
        <dsp:cNvPr id="0" name=""/>
        <dsp:cNvSpPr/>
      </dsp:nvSpPr>
      <dsp:spPr>
        <a:xfrm>
          <a:off x="7441703" y="881080"/>
          <a:ext cx="2911971" cy="18491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Source data is not full fetched.</a:t>
          </a:r>
          <a:endParaRPr lang="en-US" sz="3200" kern="1200" dirty="0"/>
        </a:p>
      </dsp:txBody>
      <dsp:txXfrm>
        <a:off x="7495861" y="935238"/>
        <a:ext cx="2803655" cy="17407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D392D5-E0ED-44A7-88E1-70334778D37A}">
      <dsp:nvSpPr>
        <dsp:cNvPr id="0" name=""/>
        <dsp:cNvSpPr/>
      </dsp:nvSpPr>
      <dsp:spPr>
        <a:xfrm>
          <a:off x="0" y="0"/>
          <a:ext cx="7972329" cy="59504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effectLst/>
            </a:rPr>
            <a:t>Voice-based movie assistant </a:t>
          </a:r>
        </a:p>
      </dsp:txBody>
      <dsp:txXfrm>
        <a:off x="17428" y="17428"/>
        <a:ext cx="7260607" cy="560191"/>
      </dsp:txXfrm>
    </dsp:sp>
    <dsp:sp modelId="{5E23B427-2249-4CF8-BDAA-7873FC91E890}">
      <dsp:nvSpPr>
        <dsp:cNvPr id="0" name=""/>
        <dsp:cNvSpPr/>
      </dsp:nvSpPr>
      <dsp:spPr>
        <a:xfrm>
          <a:off x="595336" y="677693"/>
          <a:ext cx="7972329" cy="59504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effectLst/>
            </a:rPr>
            <a:t>Conversational </a:t>
          </a:r>
          <a:endParaRPr lang="en-US" sz="2400" kern="1200" dirty="0">
            <a:effectLst/>
          </a:endParaRPr>
        </a:p>
      </dsp:txBody>
      <dsp:txXfrm>
        <a:off x="612764" y="695121"/>
        <a:ext cx="6955356" cy="560191"/>
      </dsp:txXfrm>
    </dsp:sp>
    <dsp:sp modelId="{BB1DD28D-E77B-4B3B-B012-BF45F01A82A7}">
      <dsp:nvSpPr>
        <dsp:cNvPr id="0" name=""/>
        <dsp:cNvSpPr/>
      </dsp:nvSpPr>
      <dsp:spPr>
        <a:xfrm>
          <a:off x="1190672" y="1355386"/>
          <a:ext cx="7972329" cy="59504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effectLst/>
            </a:rPr>
            <a:t>Maintaing User History</a:t>
          </a:r>
          <a:endParaRPr lang="en-US" sz="2400" kern="1200" dirty="0">
            <a:effectLst/>
          </a:endParaRPr>
        </a:p>
      </dsp:txBody>
      <dsp:txXfrm>
        <a:off x="1208100" y="1372814"/>
        <a:ext cx="6955356" cy="560191"/>
      </dsp:txXfrm>
    </dsp:sp>
    <dsp:sp modelId="{789C5DB7-CD60-4551-8497-F7A6DAE61AA3}">
      <dsp:nvSpPr>
        <dsp:cNvPr id="0" name=""/>
        <dsp:cNvSpPr/>
      </dsp:nvSpPr>
      <dsp:spPr>
        <a:xfrm>
          <a:off x="1786008" y="2033079"/>
          <a:ext cx="7972329" cy="59504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Multi-language support </a:t>
          </a:r>
        </a:p>
      </dsp:txBody>
      <dsp:txXfrm>
        <a:off x="1803436" y="2050507"/>
        <a:ext cx="6955356" cy="560191"/>
      </dsp:txXfrm>
    </dsp:sp>
    <dsp:sp modelId="{76A9B2FB-33A5-4E5E-9176-B77B55C7F6E4}">
      <dsp:nvSpPr>
        <dsp:cNvPr id="0" name=""/>
        <dsp:cNvSpPr/>
      </dsp:nvSpPr>
      <dsp:spPr>
        <a:xfrm>
          <a:off x="2381345" y="2710772"/>
          <a:ext cx="7972329" cy="5950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Personalized recommendations</a:t>
          </a:r>
        </a:p>
      </dsp:txBody>
      <dsp:txXfrm>
        <a:off x="2398773" y="2728200"/>
        <a:ext cx="6955356" cy="560191"/>
      </dsp:txXfrm>
    </dsp:sp>
    <dsp:sp modelId="{7DA4A8E4-D207-4D40-9706-9EAAE569B11F}">
      <dsp:nvSpPr>
        <dsp:cNvPr id="0" name=""/>
        <dsp:cNvSpPr/>
      </dsp:nvSpPr>
      <dsp:spPr>
        <a:xfrm>
          <a:off x="7585548" y="434715"/>
          <a:ext cx="386780" cy="3867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672573" y="434715"/>
        <a:ext cx="212730" cy="291052"/>
      </dsp:txXfrm>
    </dsp:sp>
    <dsp:sp modelId="{56DD625A-EE5B-444C-B571-4704791A9FD2}">
      <dsp:nvSpPr>
        <dsp:cNvPr id="0" name=""/>
        <dsp:cNvSpPr/>
      </dsp:nvSpPr>
      <dsp:spPr>
        <a:xfrm>
          <a:off x="8180885" y="1112408"/>
          <a:ext cx="386780" cy="38678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8267910" y="1112408"/>
        <a:ext cx="212730" cy="291052"/>
      </dsp:txXfrm>
    </dsp:sp>
    <dsp:sp modelId="{E6DF295F-25B5-4600-81B4-89609964798D}">
      <dsp:nvSpPr>
        <dsp:cNvPr id="0" name=""/>
        <dsp:cNvSpPr/>
      </dsp:nvSpPr>
      <dsp:spPr>
        <a:xfrm>
          <a:off x="8776221" y="1780184"/>
          <a:ext cx="386780" cy="38678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8863246" y="1780184"/>
        <a:ext cx="212730" cy="291052"/>
      </dsp:txXfrm>
    </dsp:sp>
    <dsp:sp modelId="{E624C9DD-3D41-42B0-B0D6-21A23FDAC0E2}">
      <dsp:nvSpPr>
        <dsp:cNvPr id="0" name=""/>
        <dsp:cNvSpPr/>
      </dsp:nvSpPr>
      <dsp:spPr>
        <a:xfrm>
          <a:off x="9371557" y="2464488"/>
          <a:ext cx="386780" cy="38678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458582" y="2464488"/>
        <a:ext cx="212730" cy="2910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2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5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7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60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89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40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53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2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4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64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66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0990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01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7/26/2026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8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7/26/2026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67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45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34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145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68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9980C2-A2D0-2B21-C649-9BEA1951335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9104" b="1133"/>
          <a:stretch>
            <a:fillRect/>
          </a:stretch>
        </p:blipFill>
        <p:spPr>
          <a:xfrm>
            <a:off x="20" y="83311"/>
            <a:ext cx="12191980" cy="685597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256A7F27-5B86-4914-90A3-E04479F8E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4000"/>
                </a:schemeClr>
              </a:gs>
              <a:gs pos="100000">
                <a:schemeClr val="bg2">
                  <a:lumMod val="40000"/>
                  <a:alpha val="66000"/>
                </a:scheme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832A30EC-2C72-4D1B-9B53-76A0601A1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9272" y="1828800"/>
            <a:ext cx="8833456" cy="3200400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FD7A1F-8870-42DC-2545-13ADA76A1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1534" y="2084832"/>
            <a:ext cx="8354862" cy="1426464"/>
          </a:xfrm>
        </p:spPr>
        <p:txBody>
          <a:bodyPr>
            <a:normAutofit fontScale="90000"/>
          </a:bodyPr>
          <a:lstStyle/>
          <a:p>
            <a:r>
              <a:rPr lang="en-US" sz="3100" dirty="0" err="1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rPr>
              <a:t>CineBot</a:t>
            </a:r>
            <a:r>
              <a:rPr lang="en-US" sz="3100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rPr>
              <a:t>: An IMDb-powered RAG Assistant For Movie Information Retrieval</a:t>
            </a:r>
            <a:br>
              <a:rPr lang="en-US" sz="2600" cap="none" dirty="0">
                <a:latin typeface="Arial Black" panose="020B0A04020102020204" pitchFamily="34" charset="0"/>
              </a:rPr>
            </a:br>
            <a:endParaRPr lang="en-US" sz="2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B5D1E-6483-6F2B-7F42-6A7FBC0DC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1534" y="3364992"/>
            <a:ext cx="8354862" cy="1603331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Swati Mishra, Phani Rama Krishna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Yerroju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Vedasree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Kommindala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Mintesnot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Fikre Legese</a:t>
            </a:r>
          </a:p>
          <a:p>
            <a:pPr algn="l">
              <a:lnSpc>
                <a:spcPct val="11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MSAI-633-M50: Ethics in Artificial Intelligence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Date: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07-25-2026</a:t>
            </a:r>
          </a:p>
        </p:txBody>
      </p:sp>
    </p:spTree>
    <p:extLst>
      <p:ext uri="{BB962C8B-B14F-4D97-AF65-F5344CB8AC3E}">
        <p14:creationId xmlns:p14="http://schemas.microsoft.com/office/powerpoint/2010/main" val="32030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764E701-62D0-4B68-B902-A44BB8DAF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9AEA4E-17C5-4819-9423-63A8CA392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54296" cy="6858000"/>
          </a:xfrm>
          <a:prstGeom prst="rect">
            <a:avLst/>
          </a:prstGeom>
          <a:gradFill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02565-CBF6-27ED-AE45-6A8FF659D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096963"/>
            <a:ext cx="3367361" cy="4664075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rgbClr val="FFFFFF"/>
                </a:solidFill>
                <a:effectLst/>
              </a:rPr>
              <a:t>Agenda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4F8940-B1DD-45FA-A352-606F44F93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43467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EB99828-C4AA-9EA6-8D52-A7D1CC404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2896" y="274320"/>
            <a:ext cx="6995160" cy="6144767"/>
          </a:xfrm>
        </p:spPr>
        <p:txBody>
          <a:bodyPr anchor="ctr">
            <a:normAutofit fontScale="92500" lnSpcReduction="10000"/>
          </a:bodyPr>
          <a:lstStyle/>
          <a:p>
            <a:pPr marL="457200" lvl="1" indent="0">
              <a:buNone/>
            </a:pPr>
            <a:endParaRPr lang="en-US" sz="2200" dirty="0">
              <a:solidFill>
                <a:schemeClr val="accent5">
                  <a:lumMod val="75000"/>
                </a:schemeClr>
              </a:solidFill>
              <a:effectLst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effectLst/>
              </a:rPr>
              <a:t> Problem Statement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effectLst/>
              </a:rPr>
              <a:t> Solution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effectLst/>
              </a:rPr>
              <a:t> Project Objectives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effectLst/>
              </a:rPr>
              <a:t> Domain and Datasets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effectLst/>
              </a:rPr>
              <a:t> Technology Stack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effectLst/>
              </a:rPr>
              <a:t> CINEBOT UI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effectLst/>
              </a:rPr>
              <a:t> System Architecture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effectLst/>
              </a:rPr>
              <a:t> RAG Workflow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effectLst/>
              </a:rPr>
              <a:t> Project Demo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effectLst/>
              </a:rPr>
              <a:t> Evaluation Metrics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effectLst/>
              </a:rPr>
              <a:t> Outcomes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effectLst/>
              </a:rPr>
              <a:t> Ethics and Risk Assessment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effectLst/>
              </a:rPr>
              <a:t> Limitations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effectLst/>
              </a:rPr>
              <a:t> Future Enhancements</a:t>
            </a:r>
          </a:p>
          <a:p>
            <a:pPr marL="457200" lvl="1" indent="0">
              <a:buNone/>
            </a:pPr>
            <a:endParaRPr lang="en-US" sz="2200" dirty="0">
              <a:solidFill>
                <a:schemeClr val="accent5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6928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2F233C-123F-466C-8459-BE8E1DB54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E5D930-B6C7-C134-93C1-9807C121A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982549" cy="780288"/>
          </a:xfrm>
        </p:spPr>
        <p:txBody>
          <a:bodyPr anchor="b">
            <a:normAutofit/>
          </a:bodyPr>
          <a:lstStyle/>
          <a:p>
            <a:pPr algn="l"/>
            <a:r>
              <a:rPr lang="en-US" sz="3600" dirty="0">
                <a:effectLst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B4D3A-64E6-046D-7DCF-E28D2FA69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32858"/>
            <a:ext cx="11046557" cy="48593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effectLst/>
              </a:rPr>
              <a:t>Problem: </a:t>
            </a:r>
            <a:r>
              <a:rPr lang="en-US" sz="2400" dirty="0">
                <a:effectLst/>
              </a:rPr>
              <a:t>Finding complete movie information  if often difficult because:</a:t>
            </a:r>
          </a:p>
          <a:p>
            <a:pPr lvl="1"/>
            <a:r>
              <a:rPr lang="en-US" sz="2400" dirty="0">
                <a:effectLst/>
              </a:rPr>
              <a:t>IMDb information is distributed across multiple pages.</a:t>
            </a:r>
          </a:p>
          <a:p>
            <a:pPr lvl="1"/>
            <a:r>
              <a:rPr lang="en-US" sz="2400" dirty="0">
                <a:effectLst/>
              </a:rPr>
              <a:t>Users perform several searches to gather complete details.</a:t>
            </a:r>
          </a:p>
          <a:p>
            <a:pPr lvl="1"/>
            <a:r>
              <a:rPr lang="en-US" sz="2400" dirty="0">
                <a:effectLst/>
              </a:rPr>
              <a:t> Traditional key search cannot understand conversational questions.</a:t>
            </a:r>
          </a:p>
          <a:p>
            <a:pPr lvl="1"/>
            <a:r>
              <a:rPr lang="en-US" sz="2400" dirty="0">
                <a:effectLst/>
              </a:rPr>
              <a:t>It is time-consuming to retrieve information such as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 Movies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 Actors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 Directors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 Ratings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 Genres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73492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764E701-62D0-4B68-B902-A44BB8DAF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9AEA4E-17C5-4819-9423-63A8CA392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54296" cy="6858000"/>
          </a:xfrm>
          <a:prstGeom prst="rect">
            <a:avLst/>
          </a:prstGeom>
          <a:gradFill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BC547-F083-09DC-69F3-A4833231E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096963"/>
            <a:ext cx="3367361" cy="4664075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rgbClr val="FFFFFF"/>
                </a:solidFill>
                <a:effectLst/>
              </a:rPr>
              <a:t>Solution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4F8940-B1DD-45FA-A352-606F44F93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43467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D85C7-92E1-8528-5A69-E76596564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29" y="1096963"/>
            <a:ext cx="6764867" cy="466407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CineBot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uses Retrieval Augmented Generated (RAG) to answer natural language questions with grounded and citation supported responses.</a:t>
            </a:r>
          </a:p>
        </p:txBody>
      </p:sp>
    </p:spTree>
    <p:extLst>
      <p:ext uri="{BB962C8B-B14F-4D97-AF65-F5344CB8AC3E}">
        <p14:creationId xmlns:p14="http://schemas.microsoft.com/office/powerpoint/2010/main" val="839694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C10CB-84B6-C607-5158-964F85C48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E7FAFD-9ABD-9FEE-C992-099F8C30B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3DDC35-70D5-D7E0-B06B-DC5321BB1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54296" cy="6858000"/>
          </a:xfrm>
          <a:prstGeom prst="rect">
            <a:avLst/>
          </a:prstGeom>
          <a:gradFill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BF5B22-71B5-246E-7EA7-A6A2B675F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096963"/>
            <a:ext cx="3367361" cy="4664075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rgbClr val="FFFFFF"/>
                </a:solidFill>
              </a:rPr>
              <a:t>Project Objective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67A7B5-1752-77EB-D53D-1D6894988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43467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2FD8A-92CB-CB9A-6E44-EE52FCE33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29" y="228601"/>
            <a:ext cx="6764867" cy="6080760"/>
          </a:xfrm>
        </p:spPr>
        <p:txBody>
          <a:bodyPr anchor="ctr">
            <a:normAutofit/>
          </a:bodyPr>
          <a:lstStyle/>
          <a:p>
            <a:r>
              <a:rPr lang="en-US" sz="2400" dirty="0">
                <a:effectLst/>
              </a:rPr>
              <a:t>Building an AI-powered movie assistant.</a:t>
            </a:r>
          </a:p>
          <a:p>
            <a:r>
              <a:rPr lang="en-US" sz="2400" dirty="0">
                <a:effectLst/>
              </a:rPr>
              <a:t>Retrieving accurate movie information.</a:t>
            </a:r>
          </a:p>
          <a:p>
            <a:r>
              <a:rPr lang="en-US" sz="2400" dirty="0">
                <a:effectLst/>
              </a:rPr>
              <a:t>Support conversational queries.</a:t>
            </a:r>
          </a:p>
          <a:p>
            <a:r>
              <a:rPr lang="en-US" sz="2400" dirty="0">
                <a:effectLst/>
              </a:rPr>
              <a:t>Provide citation-supported responses.</a:t>
            </a:r>
          </a:p>
          <a:p>
            <a:r>
              <a:rPr lang="en-US" sz="2400" dirty="0">
                <a:effectLst/>
              </a:rPr>
              <a:t>Enable semantic search instead of keyword </a:t>
            </a:r>
            <a:r>
              <a:rPr lang="en-US" sz="2400">
                <a:effectLst/>
              </a:rPr>
              <a:t>search.</a:t>
            </a: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60896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EFAAE8-E253-C1CC-1201-A117358A2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C821777-3A3B-437E-B5C1-FBC7B0F48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2A10B-8338-1435-8BA9-CA2AC63D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2575" y="1839685"/>
            <a:ext cx="3643150" cy="2209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Domain 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&amp; 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1AD40C-CE73-4162-8681-421B8AF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5" y="733425"/>
            <a:ext cx="6696075" cy="5391150"/>
          </a:xfrm>
          <a:prstGeom prst="rect">
            <a:avLst/>
          </a:prstGeom>
          <a:solidFill>
            <a:schemeClr val="bg1"/>
          </a:solidFill>
          <a:ln w="190500" cap="sq">
            <a:solidFill>
              <a:schemeClr val="bg1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427B7EB1-310F-6F93-13FA-44FD69CEF8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6380" y="1114868"/>
            <a:ext cx="4628265" cy="462826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707A3B9D-B1BA-4989-A535-1A6D8D402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654" y="799817"/>
            <a:ext cx="6565717" cy="5258367"/>
          </a:xfrm>
          <a:prstGeom prst="rect">
            <a:avLst/>
          </a:prstGeom>
          <a:noFill/>
          <a:ln w="12700">
            <a:solidFill>
              <a:srgbClr val="2A5B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374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70F171F-BF9B-48C5-9DC7-FFF9CF4DD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4412F-1EA9-C033-20C5-FB7339872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1055914"/>
            <a:ext cx="3415718" cy="4746172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  <a:effectLst/>
              </a:rPr>
              <a:t>Domain</a:t>
            </a:r>
            <a:endParaRPr lang="en-US" sz="2800" dirty="0">
              <a:solidFill>
                <a:schemeClr val="tx2"/>
              </a:solidFill>
              <a:effectLst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E8FF8A-7BA5-48E8-AA6E-85EC29AFD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1248" y="2079171"/>
            <a:ext cx="0" cy="2699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E20D3-E5E8-9715-36C6-AB06F0FFC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2980" y="1055914"/>
            <a:ext cx="6740481" cy="47461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effectLst/>
              </a:rPr>
              <a:t>Entertainment &amp; Movie Information Retrieval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39110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764E701-62D0-4B68-B902-A44BB8DAF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9AEA4E-17C5-4819-9423-63A8CA392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54296" cy="6858000"/>
          </a:xfrm>
          <a:prstGeom prst="rect">
            <a:avLst/>
          </a:prstGeom>
          <a:gradFill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CFAB39-FDC6-D913-654C-F7A7FD0B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096963"/>
            <a:ext cx="3367361" cy="4664075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effectLst/>
              </a:rPr>
              <a:t>Dataset</a:t>
            </a:r>
            <a:endParaRPr lang="en-US" sz="2800" dirty="0">
              <a:solidFill>
                <a:srgbClr val="FFFFFF"/>
              </a:solidFill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4F8940-B1DD-45FA-A352-606F44F93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43467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8FBC7-B6FA-B288-F906-552C86433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2896" y="128017"/>
            <a:ext cx="6958584" cy="63642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</a:rPr>
              <a:t>Offline IMDb Dataset</a:t>
            </a:r>
          </a:p>
          <a:p>
            <a:pPr marL="0" indent="0">
              <a:buNone/>
            </a:pPr>
            <a:r>
              <a:rPr lang="en-US" sz="2400" b="1" dirty="0">
                <a:effectLst/>
              </a:rPr>
              <a:t>Data Set Contains:</a:t>
            </a:r>
          </a:p>
          <a:p>
            <a:pPr lvl="1"/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</a:rPr>
              <a:t>Movies </a:t>
            </a:r>
          </a:p>
          <a:p>
            <a:pPr lvl="1"/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</a:rPr>
              <a:t>Actors </a:t>
            </a:r>
          </a:p>
          <a:p>
            <a:pPr lvl="1"/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</a:rPr>
              <a:t>Directors </a:t>
            </a:r>
          </a:p>
          <a:p>
            <a:pPr lvl="1"/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</a:rPr>
              <a:t>Ratings </a:t>
            </a:r>
          </a:p>
          <a:p>
            <a:pPr lvl="1"/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</a:rPr>
              <a:t>Genres </a:t>
            </a:r>
          </a:p>
        </p:txBody>
      </p:sp>
    </p:spTree>
    <p:extLst>
      <p:ext uri="{BB962C8B-B14F-4D97-AF65-F5344CB8AC3E}">
        <p14:creationId xmlns:p14="http://schemas.microsoft.com/office/powerpoint/2010/main" val="711710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12A1F-0B24-FAE7-69E0-1FBAD0CBB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2575" y="3026663"/>
            <a:ext cx="3643150" cy="10976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000" dirty="0"/>
              <a:t>CINEBOT UI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C51F77-AE74-4F38-B1DC-29475E38C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5" y="733425"/>
            <a:ext cx="6696075" cy="5391150"/>
          </a:xfrm>
          <a:prstGeom prst="rect">
            <a:avLst/>
          </a:prstGeom>
          <a:solidFill>
            <a:schemeClr val="tx1"/>
          </a:solidFill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3E4506-F92C-A1DA-EF8D-9BF6C925BE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12" r="14787" b="2"/>
          <a:stretch>
            <a:fillRect/>
          </a:stretch>
        </p:blipFill>
        <p:spPr>
          <a:xfrm>
            <a:off x="905256" y="933492"/>
            <a:ext cx="6344710" cy="495524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CE87B8C-E5AA-4044-AB91-DDA3084B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654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73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38CFB-3C23-AEE3-73E9-8A8A23919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1045464"/>
          </a:xfrm>
        </p:spPr>
        <p:txBody>
          <a:bodyPr/>
          <a:lstStyle/>
          <a:p>
            <a:r>
              <a:rPr lang="en-US" sz="3600" dirty="0" err="1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CineBot</a:t>
            </a:r>
            <a:r>
              <a:rPr lang="en-US" sz="3600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</a:t>
            </a:r>
            <a:r>
              <a:rPr lang="en-US" sz="3600" dirty="0" err="1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ScreenShotS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93B0CE-95A0-13D1-FC48-9958010EE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6" t="6509"/>
          <a:stretch>
            <a:fillRect/>
          </a:stretch>
        </p:blipFill>
        <p:spPr>
          <a:xfrm>
            <a:off x="6142410" y="1774371"/>
            <a:ext cx="5939327" cy="35487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49ECA6-6E48-77DC-60C7-E9C29C820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8" t="26400" r="15353" b="2541"/>
          <a:stretch>
            <a:fillRect/>
          </a:stretch>
        </p:blipFill>
        <p:spPr>
          <a:xfrm>
            <a:off x="326572" y="1774370"/>
            <a:ext cx="5540829" cy="367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99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F3C5BA0-8B24-4B05-A9E7-20545338C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83DDA5-CDFB-55FF-7659-0AF195171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471" y="628651"/>
            <a:ext cx="6588253" cy="349567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4FDB7F-33A2-451F-BA20-13ED87CF4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5" y="733425"/>
            <a:ext cx="3743325" cy="5391150"/>
          </a:xfrm>
          <a:prstGeom prst="rect">
            <a:avLst/>
          </a:prstGeom>
          <a:solidFill>
            <a:schemeClr val="bg1"/>
          </a:solidFill>
          <a:ln w="190500" cap="sq">
            <a:solidFill>
              <a:schemeClr val="bg1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Computer">
            <a:extLst>
              <a:ext uri="{FF2B5EF4-FFF2-40B4-BE49-F238E27FC236}">
                <a16:creationId xmlns:a16="http://schemas.microsoft.com/office/drawing/2014/main" id="{071D63AD-E2D4-C07F-1672-20B61B707A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857" y="1946720"/>
            <a:ext cx="2964561" cy="2964561"/>
          </a:xfrm>
          <a:prstGeom prst="rect">
            <a:avLst/>
          </a:prstGeom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460027F-6625-463B-B6D4-594AC32F2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340" y="804806"/>
            <a:ext cx="3625595" cy="5248389"/>
          </a:xfrm>
          <a:prstGeom prst="rect">
            <a:avLst/>
          </a:prstGeom>
          <a:noFill/>
          <a:ln w="12700">
            <a:solidFill>
              <a:srgbClr val="2A5B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049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2F233C-123F-466C-8459-BE8E1DB54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70964CF-267A-43A6-F0DF-C3B0F08DBD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5748231"/>
              </p:ext>
            </p:extLst>
          </p:nvPr>
        </p:nvGraphicFramePr>
        <p:xfrm>
          <a:off x="1110797" y="972910"/>
          <a:ext cx="10602232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7026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C821777-3A3B-437E-B5C1-FBC7B0F48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72B533-6A16-FA41-7A23-26DA0B20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1719" y="2468879"/>
            <a:ext cx="3643150" cy="15914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1AD40C-CE73-4162-8681-421B8AF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5" y="733425"/>
            <a:ext cx="6696075" cy="5391150"/>
          </a:xfrm>
          <a:prstGeom prst="rect">
            <a:avLst/>
          </a:prstGeom>
          <a:solidFill>
            <a:schemeClr val="bg1"/>
          </a:solidFill>
          <a:ln w="190500" cap="sq">
            <a:solidFill>
              <a:schemeClr val="bg1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7A3B9D-B1BA-4989-A535-1A6D8D402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654" y="799817"/>
            <a:ext cx="6565717" cy="5258367"/>
          </a:xfrm>
          <a:prstGeom prst="rect">
            <a:avLst/>
          </a:prstGeom>
          <a:noFill/>
          <a:ln w="12700">
            <a:solidFill>
              <a:srgbClr val="2A5B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7267186C-386F-720C-FF7B-A0ED79F4A8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3386867"/>
              </p:ext>
            </p:extLst>
          </p:nvPr>
        </p:nvGraphicFramePr>
        <p:xfrm>
          <a:off x="987552" y="894455"/>
          <a:ext cx="6227036" cy="4930272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583140">
                  <a:extLst>
                    <a:ext uri="{9D8B030D-6E8A-4147-A177-3AD203B41FA5}">
                      <a16:colId xmlns:a16="http://schemas.microsoft.com/office/drawing/2014/main" val="2636987022"/>
                    </a:ext>
                  </a:extLst>
                </a:gridCol>
                <a:gridCol w="3643896">
                  <a:extLst>
                    <a:ext uri="{9D8B030D-6E8A-4147-A177-3AD203B41FA5}">
                      <a16:colId xmlns:a16="http://schemas.microsoft.com/office/drawing/2014/main" val="1128870266"/>
                    </a:ext>
                  </a:extLst>
                </a:gridCol>
              </a:tblGrid>
              <a:tr h="5478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Component</a:t>
                      </a:r>
                    </a:p>
                  </a:txBody>
                  <a:tcPr marL="112765" marR="112765" marT="56383" marB="5638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Technology</a:t>
                      </a:r>
                    </a:p>
                  </a:txBody>
                  <a:tcPr marL="112765" marR="112765" marT="56383" marB="56383"/>
                </a:tc>
                <a:extLst>
                  <a:ext uri="{0D108BD9-81ED-4DB2-BD59-A6C34878D82A}">
                    <a16:rowId xmlns:a16="http://schemas.microsoft.com/office/drawing/2014/main" val="2295446832"/>
                  </a:ext>
                </a:extLst>
              </a:tr>
              <a:tr h="547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Web Scraping</a:t>
                      </a:r>
                    </a:p>
                  </a:txBody>
                  <a:tcPr marL="112765" marR="112765" marT="56383" marB="563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 err="1"/>
                        <a:t>ScraperAPI</a:t>
                      </a:r>
                      <a:endParaRPr lang="en-US" sz="2400" b="0" dirty="0"/>
                    </a:p>
                  </a:txBody>
                  <a:tcPr marL="112765" marR="112765" marT="56383" marB="56383"/>
                </a:tc>
                <a:extLst>
                  <a:ext uri="{0D108BD9-81ED-4DB2-BD59-A6C34878D82A}">
                    <a16:rowId xmlns:a16="http://schemas.microsoft.com/office/drawing/2014/main" val="3027895069"/>
                  </a:ext>
                </a:extLst>
              </a:tr>
              <a:tr h="547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Chunking</a:t>
                      </a:r>
                    </a:p>
                  </a:txBody>
                  <a:tcPr marL="112765" marR="112765" marT="56383" marB="563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LangChain Text Splitters</a:t>
                      </a:r>
                    </a:p>
                  </a:txBody>
                  <a:tcPr marL="112765" marR="112765" marT="56383" marB="56383"/>
                </a:tc>
                <a:extLst>
                  <a:ext uri="{0D108BD9-81ED-4DB2-BD59-A6C34878D82A}">
                    <a16:rowId xmlns:a16="http://schemas.microsoft.com/office/drawing/2014/main" val="3441628003"/>
                  </a:ext>
                </a:extLst>
              </a:tr>
              <a:tr h="547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Embeddings</a:t>
                      </a:r>
                    </a:p>
                  </a:txBody>
                  <a:tcPr marL="112765" marR="112765" marT="56383" marB="563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Sentence Transformers</a:t>
                      </a:r>
                    </a:p>
                  </a:txBody>
                  <a:tcPr marL="112765" marR="112765" marT="56383" marB="56383"/>
                </a:tc>
                <a:extLst>
                  <a:ext uri="{0D108BD9-81ED-4DB2-BD59-A6C34878D82A}">
                    <a16:rowId xmlns:a16="http://schemas.microsoft.com/office/drawing/2014/main" val="2955006519"/>
                  </a:ext>
                </a:extLst>
              </a:tr>
              <a:tr h="547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Vector Database</a:t>
                      </a:r>
                    </a:p>
                  </a:txBody>
                  <a:tcPr marL="112765" marR="112765" marT="56383" marB="563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 err="1"/>
                        <a:t>ChromaDB</a:t>
                      </a:r>
                      <a:endParaRPr lang="en-US" sz="2400" b="0" dirty="0"/>
                    </a:p>
                  </a:txBody>
                  <a:tcPr marL="112765" marR="112765" marT="56383" marB="56383"/>
                </a:tc>
                <a:extLst>
                  <a:ext uri="{0D108BD9-81ED-4DB2-BD59-A6C34878D82A}">
                    <a16:rowId xmlns:a16="http://schemas.microsoft.com/office/drawing/2014/main" val="1994325429"/>
                  </a:ext>
                </a:extLst>
              </a:tr>
              <a:tr h="547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Backend</a:t>
                      </a:r>
                    </a:p>
                  </a:txBody>
                  <a:tcPr marL="112765" marR="112765" marT="56383" marB="563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Flask</a:t>
                      </a:r>
                    </a:p>
                  </a:txBody>
                  <a:tcPr marL="112765" marR="112765" marT="56383" marB="56383"/>
                </a:tc>
                <a:extLst>
                  <a:ext uri="{0D108BD9-81ED-4DB2-BD59-A6C34878D82A}">
                    <a16:rowId xmlns:a16="http://schemas.microsoft.com/office/drawing/2014/main" val="2685071668"/>
                  </a:ext>
                </a:extLst>
              </a:tr>
              <a:tr h="547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Frontend</a:t>
                      </a:r>
                    </a:p>
                  </a:txBody>
                  <a:tcPr marL="112765" marR="112765" marT="56383" marB="563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Next.js + Material UI</a:t>
                      </a:r>
                    </a:p>
                  </a:txBody>
                  <a:tcPr marL="112765" marR="112765" marT="56383" marB="56383"/>
                </a:tc>
                <a:extLst>
                  <a:ext uri="{0D108BD9-81ED-4DB2-BD59-A6C34878D82A}">
                    <a16:rowId xmlns:a16="http://schemas.microsoft.com/office/drawing/2014/main" val="1379850787"/>
                  </a:ext>
                </a:extLst>
              </a:tr>
              <a:tr h="547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LLM</a:t>
                      </a:r>
                    </a:p>
                  </a:txBody>
                  <a:tcPr marL="112765" marR="112765" marT="56383" marB="563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OpenAI API</a:t>
                      </a:r>
                    </a:p>
                  </a:txBody>
                  <a:tcPr marL="112765" marR="112765" marT="56383" marB="56383"/>
                </a:tc>
                <a:extLst>
                  <a:ext uri="{0D108BD9-81ED-4DB2-BD59-A6C34878D82A}">
                    <a16:rowId xmlns:a16="http://schemas.microsoft.com/office/drawing/2014/main" val="2625276791"/>
                  </a:ext>
                </a:extLst>
              </a:tr>
              <a:tr h="547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Version Control</a:t>
                      </a:r>
                    </a:p>
                  </a:txBody>
                  <a:tcPr marL="112765" marR="112765" marT="56383" marB="563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GitHub</a:t>
                      </a:r>
                    </a:p>
                  </a:txBody>
                  <a:tcPr marL="112765" marR="112765" marT="56383" marB="56383"/>
                </a:tc>
                <a:extLst>
                  <a:ext uri="{0D108BD9-81ED-4DB2-BD59-A6C34878D82A}">
                    <a16:rowId xmlns:a16="http://schemas.microsoft.com/office/drawing/2014/main" val="3225996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721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996A54-0CDD-4A46-B3D2-02F43219A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981131-2618-4C85-5007-65B974576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6" y="1122001"/>
            <a:ext cx="3040685" cy="4613999"/>
          </a:xfrm>
        </p:spPr>
        <p:txBody>
          <a:bodyPr anchor="ctr">
            <a:norm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RAG Workflow</a:t>
            </a: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F0BB8C-8C08-44AD-9EBB-B43BE66A5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129" y="0"/>
            <a:ext cx="812987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5547E-2CE3-EDD2-002C-1C92D5AC5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424" y="1122001"/>
            <a:ext cx="7351775" cy="476127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effectLst/>
              </a:rPr>
              <a:t>Retrieval-Augmented Generation Pipeline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effectLst/>
              </a:rPr>
              <a:t> User submits a query to </a:t>
            </a:r>
            <a:r>
              <a:rPr lang="en-US" sz="2400" dirty="0" err="1">
                <a:effectLst/>
              </a:rPr>
              <a:t>CineBot</a:t>
            </a:r>
            <a:r>
              <a:rPr lang="en-US" sz="2400" dirty="0">
                <a:effectLst/>
              </a:rPr>
              <a:t>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effectLst/>
              </a:rPr>
              <a:t> Query embedding is generated.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effectLst/>
              </a:rPr>
              <a:t> Similar chunks retrieved from Chroma DB.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effectLst/>
              </a:rPr>
              <a:t> Relevant context passed to LLM.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effectLst/>
              </a:rPr>
              <a:t> LLM generates a grounded answer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effectLst/>
              </a:rPr>
              <a:t> Citation added to response.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56932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66EC0-47E3-4A22-0E0C-AB8AB82B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0E16-DFEC-8355-5034-1D6F3D9CD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781" y="1122363"/>
            <a:ext cx="589639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Project Demo</a:t>
            </a:r>
          </a:p>
        </p:txBody>
      </p:sp>
      <p:pic>
        <p:nvPicPr>
          <p:cNvPr id="6" name="Graphic 5" descr="Teacher">
            <a:extLst>
              <a:ext uri="{FF2B5EF4-FFF2-40B4-BE49-F238E27FC236}">
                <a16:creationId xmlns:a16="http://schemas.microsoft.com/office/drawing/2014/main" id="{7E0EF14F-B64F-A616-8BD1-F4AAA23E7C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8736" y="1488697"/>
            <a:ext cx="3402767" cy="3402767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3397407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and holding a pen shading number on a sheet">
            <a:extLst>
              <a:ext uri="{FF2B5EF4-FFF2-40B4-BE49-F238E27FC236}">
                <a16:creationId xmlns:a16="http://schemas.microsoft.com/office/drawing/2014/main" id="{B16C83E6-DF67-D96D-5BD4-705DBE29D9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grayscl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C23C8D4-BD3D-4473-B3D0-89011586B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5000"/>
                </a:schemeClr>
              </a:gs>
              <a:gs pos="100000">
                <a:schemeClr val="bg2">
                  <a:lumMod val="40000"/>
                </a:scheme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E4D83-628A-0C5A-C685-CAFD9C4F6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269" y="1122363"/>
            <a:ext cx="90014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75084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AB2E8-3DDA-2F4D-692B-0D7860550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1182624"/>
          </a:xfrm>
        </p:spPr>
        <p:txBody>
          <a:bodyPr/>
          <a:lstStyle/>
          <a:p>
            <a:r>
              <a:rPr lang="en-US" dirty="0"/>
              <a:t>Evaluation </a:t>
            </a:r>
            <a:r>
              <a:rPr lang="en-US"/>
              <a:t>Metrics – 1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31C7F6-4335-062F-CF40-075C553B4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4" y="1935921"/>
            <a:ext cx="11030722" cy="181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48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56BC2-1B3B-563F-68E8-73744A58A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1FE2-2022-179E-987B-DEA298875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1182624"/>
          </a:xfrm>
        </p:spPr>
        <p:txBody>
          <a:bodyPr/>
          <a:lstStyle/>
          <a:p>
            <a:r>
              <a:rPr lang="en-US" dirty="0"/>
              <a:t>Evaluation Metrics –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BAE453-4D1D-9F81-8703-6AFAB2909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8" t="5982" r="2264" b="15792"/>
          <a:stretch>
            <a:fillRect/>
          </a:stretch>
        </p:blipFill>
        <p:spPr>
          <a:xfrm>
            <a:off x="804672" y="2139696"/>
            <a:ext cx="11135824" cy="197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44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E2D04-39A5-5F88-D7E1-E05E4A1E9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1" y="201169"/>
            <a:ext cx="5596123" cy="896110"/>
          </a:xfrm>
        </p:spPr>
        <p:txBody>
          <a:bodyPr>
            <a:normAutofit/>
          </a:bodyPr>
          <a:lstStyle/>
          <a:p>
            <a:r>
              <a:rPr lang="en-US" dirty="0"/>
              <a:t>Outcomes</a:t>
            </a:r>
          </a:p>
        </p:txBody>
      </p:sp>
      <p:pic>
        <p:nvPicPr>
          <p:cNvPr id="5" name="Picture 4" descr="A robot using a laptop sitting on a blue chair">
            <a:extLst>
              <a:ext uri="{FF2B5EF4-FFF2-40B4-BE49-F238E27FC236}">
                <a16:creationId xmlns:a16="http://schemas.microsoft.com/office/drawing/2014/main" id="{5DB52F4B-0661-8C30-DD7F-314D438AA0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0D13-91A7-1558-7F70-B3BF0EE45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1" y="1097279"/>
            <a:ext cx="5714996" cy="5559552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effectLst/>
              </a:rPr>
              <a:t>The project will deliver an intelligent RAG-based conversational assistant capable of:</a:t>
            </a:r>
          </a:p>
          <a:p>
            <a:pPr lvl="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 Retrieving the accurate movie information from IMDb.</a:t>
            </a:r>
          </a:p>
          <a:p>
            <a:pPr lvl="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 Answering natural language questions with citation-supported responses.</a:t>
            </a:r>
          </a:p>
          <a:p>
            <a:pPr lvl="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 Supporting semantic search across movies, actors, directors, and genres.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DCF65E-F84E-483D-83D7-A1616D569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06560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616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DFF9A-C8C1-1DDA-B438-6C20C4414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BA7AFE-81B0-AF62-D123-FC29634E9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E5C39-8F39-50FA-F4C6-1D8EB76B4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6" y="1122001"/>
            <a:ext cx="3040685" cy="4613999"/>
          </a:xfrm>
        </p:spPr>
        <p:txBody>
          <a:bodyPr anchor="ctr"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  <a:effectLst/>
              </a:rPr>
              <a:t>Ethics &amp; Risk Assessment</a:t>
            </a: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6C9548-68A9-8F07-8462-BB0509EB3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129" y="0"/>
            <a:ext cx="812987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25F74-9372-C08D-450D-E59CBF015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424" y="1122001"/>
            <a:ext cx="7351775" cy="4613999"/>
          </a:xfrm>
        </p:spPr>
        <p:txBody>
          <a:bodyPr anchor="ctr">
            <a:normAutofit/>
          </a:bodyPr>
          <a:lstStyle/>
          <a:p>
            <a:r>
              <a:rPr lang="en-US" sz="2400" dirty="0">
                <a:effectLst/>
              </a:rPr>
              <a:t>Responsibly crawling.</a:t>
            </a:r>
          </a:p>
          <a:p>
            <a:r>
              <a:rPr lang="en-US" sz="2400" dirty="0">
                <a:effectLst/>
              </a:rPr>
              <a:t>Data Protection</a:t>
            </a:r>
          </a:p>
          <a:p>
            <a:r>
              <a:rPr lang="en-US" sz="2400" dirty="0">
                <a:effectLst/>
              </a:rPr>
              <a:t>Copyright</a:t>
            </a:r>
          </a:p>
          <a:p>
            <a:pPr lvl="1"/>
            <a:r>
              <a:rPr lang="en-US" sz="2400" dirty="0">
                <a:effectLst/>
              </a:rPr>
              <a:t> Retrieving metadata only. </a:t>
            </a:r>
          </a:p>
          <a:p>
            <a:pPr lvl="1"/>
            <a:r>
              <a:rPr lang="en-US" sz="2400" dirty="0">
                <a:effectLst/>
              </a:rPr>
              <a:t>Summarize instead of copying content.</a:t>
            </a:r>
          </a:p>
          <a:p>
            <a:pPr marL="228600" lvl="1">
              <a:spcBef>
                <a:spcPts val="1000"/>
              </a:spcBef>
            </a:pPr>
            <a:r>
              <a:rPr lang="en-US" sz="2400" dirty="0">
                <a:effectLst/>
              </a:rPr>
              <a:t>Transparency</a:t>
            </a:r>
          </a:p>
        </p:txBody>
      </p:sp>
    </p:spTree>
    <p:extLst>
      <p:ext uri="{BB962C8B-B14F-4D97-AF65-F5344CB8AC3E}">
        <p14:creationId xmlns:p14="http://schemas.microsoft.com/office/powerpoint/2010/main" val="2695594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8AA7-C0C0-3903-F980-51119937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 dirty="0"/>
              <a:t>Limitations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3BAF6974-48F3-3BB5-DD94-211D0D5E0A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44207"/>
              </p:ext>
            </p:extLst>
          </p:nvPr>
        </p:nvGraphicFramePr>
        <p:xfrm>
          <a:off x="914400" y="2257654"/>
          <a:ext cx="10353675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8600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9F443-5A42-63B5-378D-6C5801234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 dirty="0"/>
              <a:t>Future Enhancements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E3F392-81F3-D4DF-71C7-1B2584580F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7008944"/>
              </p:ext>
            </p:extLst>
          </p:nvPr>
        </p:nvGraphicFramePr>
        <p:xfrm>
          <a:off x="914400" y="2417233"/>
          <a:ext cx="10353675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51930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70F171F-BF9B-48C5-9DC7-FFF9CF4DD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9E8FF8A-7BA5-48E8-AA6E-85EC29AFD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1248" y="2079171"/>
            <a:ext cx="0" cy="2699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25440-9A70-C392-CD27-217D0FD4E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2981" y="1055914"/>
            <a:ext cx="6294576" cy="47461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en-US" sz="9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197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342</TotalTime>
  <Words>428</Words>
  <Application>Microsoft Office PowerPoint</Application>
  <PresentationFormat>Widescreen</PresentationFormat>
  <Paragraphs>117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Black</vt:lpstr>
      <vt:lpstr>Bookman Old Style</vt:lpstr>
      <vt:lpstr>Calibri</vt:lpstr>
      <vt:lpstr>Rockwell</vt:lpstr>
      <vt:lpstr>Times New Roman</vt:lpstr>
      <vt:lpstr>Wingdings</vt:lpstr>
      <vt:lpstr>Damask</vt:lpstr>
      <vt:lpstr>CineBot: An IMDb-powered RAG Assistant For Movie Information Retrieval </vt:lpstr>
      <vt:lpstr>Agenda</vt:lpstr>
      <vt:lpstr>Problem Statement</vt:lpstr>
      <vt:lpstr>Solution</vt:lpstr>
      <vt:lpstr>Project Objective</vt:lpstr>
      <vt:lpstr>Domain  &amp;  Dataset</vt:lpstr>
      <vt:lpstr>Domain</vt:lpstr>
      <vt:lpstr>Dataset</vt:lpstr>
      <vt:lpstr>CINEBOT UI</vt:lpstr>
      <vt:lpstr>CineBot ScreenShotS</vt:lpstr>
      <vt:lpstr>System Architecture</vt:lpstr>
      <vt:lpstr>PowerPoint Presentation</vt:lpstr>
      <vt:lpstr>Technology Stack</vt:lpstr>
      <vt:lpstr>RAG Workflow</vt:lpstr>
      <vt:lpstr>Project Demo</vt:lpstr>
      <vt:lpstr>Evaluation Metrics</vt:lpstr>
      <vt:lpstr>Evaluation Metrics – 1</vt:lpstr>
      <vt:lpstr>Evaluation Metrics – 2</vt:lpstr>
      <vt:lpstr>Outcomes</vt:lpstr>
      <vt:lpstr>Ethics &amp; Risk Assessment</vt:lpstr>
      <vt:lpstr>Limitations</vt:lpstr>
      <vt:lpstr>Future Enhancements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Swati Mishra</dc:creator>
  <cp:lastModifiedBy>Swati Mishra</cp:lastModifiedBy>
  <cp:revision>1</cp:revision>
  <dcterms:created xsi:type="dcterms:W3CDTF">2026-07-25T18:16:12Z</dcterms:created>
  <dcterms:modified xsi:type="dcterms:W3CDTF">2026-07-26T15:29:13Z</dcterms:modified>
</cp:coreProperties>
</file>